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75" r:id="rId5"/>
    <p:sldId id="259" r:id="rId6"/>
    <p:sldId id="270" r:id="rId7"/>
    <p:sldId id="260" r:id="rId8"/>
    <p:sldId id="272" r:id="rId9"/>
    <p:sldId id="273" r:id="rId10"/>
    <p:sldId id="261" r:id="rId11"/>
    <p:sldId id="268" r:id="rId12"/>
    <p:sldId id="262" r:id="rId13"/>
    <p:sldId id="269" r:id="rId14"/>
    <p:sldId id="264" r:id="rId15"/>
    <p:sldId id="265" r:id="rId16"/>
    <p:sldId id="266" r:id="rId17"/>
    <p:sldId id="274" r:id="rId18"/>
    <p:sldId id="267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C4EF4-1BCD-4780-B2DC-C1C7B1A34628}" v="212" dt="2026-03-08T18:38:44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PRABHAKAR" userId="a11cc0ecdd8a15be" providerId="LiveId" clId="{453EE6C8-E2DD-4EE4-A6A7-169A6EC9A313}"/>
    <pc:docChg chg="undo custSel addSld delSld modSld sldOrd">
      <pc:chgData name="MANOJ PRABHAKAR" userId="a11cc0ecdd8a15be" providerId="LiveId" clId="{453EE6C8-E2DD-4EE4-A6A7-169A6EC9A313}" dt="2026-03-09T04:54:45.281" v="2224" actId="113"/>
      <pc:docMkLst>
        <pc:docMk/>
      </pc:docMkLst>
      <pc:sldChg chg="modSp mod">
        <pc:chgData name="MANOJ PRABHAKAR" userId="a11cc0ecdd8a15be" providerId="LiveId" clId="{453EE6C8-E2DD-4EE4-A6A7-169A6EC9A313}" dt="2026-03-09T04:51:34.142" v="2217" actId="14100"/>
        <pc:sldMkLst>
          <pc:docMk/>
          <pc:sldMk cId="952181956" sldId="256"/>
        </pc:sldMkLst>
        <pc:spChg chg="mod">
          <ac:chgData name="MANOJ PRABHAKAR" userId="a11cc0ecdd8a15be" providerId="LiveId" clId="{453EE6C8-E2DD-4EE4-A6A7-169A6EC9A313}" dt="2026-03-08T12:25:07.814" v="708" actId="113"/>
          <ac:spMkLst>
            <pc:docMk/>
            <pc:sldMk cId="952181956" sldId="256"/>
            <ac:spMk id="2" creationId="{6C348127-0764-EC79-7742-38D9D45A685F}"/>
          </ac:spMkLst>
        </pc:spChg>
        <pc:spChg chg="mod">
          <ac:chgData name="MANOJ PRABHAKAR" userId="a11cc0ecdd8a15be" providerId="LiveId" clId="{453EE6C8-E2DD-4EE4-A6A7-169A6EC9A313}" dt="2026-03-09T04:51:34.142" v="2217" actId="14100"/>
          <ac:spMkLst>
            <pc:docMk/>
            <pc:sldMk cId="952181956" sldId="256"/>
            <ac:spMk id="3" creationId="{2352B4A4-928E-F736-0524-285E75BBE695}"/>
          </ac:spMkLst>
        </pc:spChg>
      </pc:sldChg>
      <pc:sldChg chg="addSp delSp modSp mod setBg">
        <pc:chgData name="MANOJ PRABHAKAR" userId="a11cc0ecdd8a15be" providerId="LiveId" clId="{453EE6C8-E2DD-4EE4-A6A7-169A6EC9A313}" dt="2026-03-08T12:56:49.407" v="1185" actId="113"/>
        <pc:sldMkLst>
          <pc:docMk/>
          <pc:sldMk cId="1268136519" sldId="257"/>
        </pc:sldMkLst>
        <pc:spChg chg="add mod">
          <ac:chgData name="MANOJ PRABHAKAR" userId="a11cc0ecdd8a15be" providerId="LiveId" clId="{453EE6C8-E2DD-4EE4-A6A7-169A6EC9A313}" dt="2026-03-08T12:27:18.699" v="711"/>
          <ac:spMkLst>
            <pc:docMk/>
            <pc:sldMk cId="1268136519" sldId="257"/>
            <ac:spMk id="2" creationId="{C0F2D02E-3BF9-D476-3FD1-DD46F0AF6EB5}"/>
          </ac:spMkLst>
        </pc:spChg>
        <pc:spChg chg="mod">
          <ac:chgData name="MANOJ PRABHAKAR" userId="a11cc0ecdd8a15be" providerId="LiveId" clId="{453EE6C8-E2DD-4EE4-A6A7-169A6EC9A313}" dt="2026-03-08T12:56:49.407" v="1185" actId="113"/>
          <ac:spMkLst>
            <pc:docMk/>
            <pc:sldMk cId="1268136519" sldId="257"/>
            <ac:spMk id="5" creationId="{0424D5F1-E168-12C7-D294-7A5D1A6F3E71}"/>
          </ac:spMkLst>
        </pc:spChg>
        <pc:spChg chg="add del mod">
          <ac:chgData name="MANOJ PRABHAKAR" userId="a11cc0ecdd8a15be" providerId="LiveId" clId="{453EE6C8-E2DD-4EE4-A6A7-169A6EC9A313}" dt="2026-03-08T12:44:02.997" v="1098" actId="5793"/>
          <ac:spMkLst>
            <pc:docMk/>
            <pc:sldMk cId="1268136519" sldId="257"/>
            <ac:spMk id="6" creationId="{28EA8121-33D9-4C78-DC38-E79B8655560A}"/>
          </ac:spMkLst>
        </pc:spChg>
        <pc:picChg chg="add del mod">
          <ac:chgData name="MANOJ PRABHAKAR" userId="a11cc0ecdd8a15be" providerId="LiveId" clId="{453EE6C8-E2DD-4EE4-A6A7-169A6EC9A313}" dt="2026-03-08T12:36:24.149" v="954" actId="21"/>
          <ac:picMkLst>
            <pc:docMk/>
            <pc:sldMk cId="1268136519" sldId="257"/>
            <ac:picMk id="4" creationId="{F33777CC-0B69-3ABD-6D63-0D7F4C3BEE1F}"/>
          </ac:picMkLst>
        </pc:picChg>
        <pc:picChg chg="add mod">
          <ac:chgData name="MANOJ PRABHAKAR" userId="a11cc0ecdd8a15be" providerId="LiveId" clId="{453EE6C8-E2DD-4EE4-A6A7-169A6EC9A313}" dt="2026-03-08T12:38:29.762" v="982" actId="207"/>
          <ac:picMkLst>
            <pc:docMk/>
            <pc:sldMk cId="1268136519" sldId="257"/>
            <ac:picMk id="8" creationId="{66E89B42-172D-7407-8AD0-5BBE33A4705C}"/>
          </ac:picMkLst>
        </pc:picChg>
        <pc:picChg chg="add del mod">
          <ac:chgData name="MANOJ PRABHAKAR" userId="a11cc0ecdd8a15be" providerId="LiveId" clId="{453EE6C8-E2DD-4EE4-A6A7-169A6EC9A313}" dt="2026-03-08T12:43:50.915" v="1083" actId="21"/>
          <ac:picMkLst>
            <pc:docMk/>
            <pc:sldMk cId="1268136519" sldId="257"/>
            <ac:picMk id="10" creationId="{96F63BA8-479B-36B3-E87E-369FFCAE8AF7}"/>
          </ac:picMkLst>
        </pc:picChg>
        <pc:picChg chg="add mod">
          <ac:chgData name="MANOJ PRABHAKAR" userId="a11cc0ecdd8a15be" providerId="LiveId" clId="{453EE6C8-E2DD-4EE4-A6A7-169A6EC9A313}" dt="2026-03-08T12:43:27.916" v="1068" actId="1076"/>
          <ac:picMkLst>
            <pc:docMk/>
            <pc:sldMk cId="1268136519" sldId="257"/>
            <ac:picMk id="12" creationId="{1D7CC9AA-6B40-DE60-8A51-654A50309EA4}"/>
          </ac:picMkLst>
        </pc:picChg>
        <pc:picChg chg="add mod">
          <ac:chgData name="MANOJ PRABHAKAR" userId="a11cc0ecdd8a15be" providerId="LiveId" clId="{453EE6C8-E2DD-4EE4-A6A7-169A6EC9A313}" dt="2026-03-08T12:48:33.854" v="1124" actId="1076"/>
          <ac:picMkLst>
            <pc:docMk/>
            <pc:sldMk cId="1268136519" sldId="257"/>
            <ac:picMk id="14" creationId="{38CC17D0-56AF-FD63-5E86-71A355266C25}"/>
          </ac:picMkLst>
        </pc:picChg>
      </pc:sldChg>
      <pc:sldChg chg="addSp delSp modSp mod">
        <pc:chgData name="MANOJ PRABHAKAR" userId="a11cc0ecdd8a15be" providerId="LiveId" clId="{453EE6C8-E2DD-4EE4-A6A7-169A6EC9A313}" dt="2026-03-09T04:51:48.502" v="2219" actId="1076"/>
        <pc:sldMkLst>
          <pc:docMk/>
          <pc:sldMk cId="1301448682" sldId="258"/>
        </pc:sldMkLst>
        <pc:spChg chg="add del mod">
          <ac:chgData name="MANOJ PRABHAKAR" userId="a11cc0ecdd8a15be" providerId="LiveId" clId="{453EE6C8-E2DD-4EE4-A6A7-169A6EC9A313}" dt="2026-03-08T12:56:33.377" v="1183" actId="255"/>
          <ac:spMkLst>
            <pc:docMk/>
            <pc:sldMk cId="1301448682" sldId="258"/>
            <ac:spMk id="2" creationId="{CC736A8A-59A8-F939-E0FB-B8456FB64FBD}"/>
          </ac:spMkLst>
        </pc:spChg>
        <pc:spChg chg="mod">
          <ac:chgData name="MANOJ PRABHAKAR" userId="a11cc0ecdd8a15be" providerId="LiveId" clId="{453EE6C8-E2DD-4EE4-A6A7-169A6EC9A313}" dt="2026-03-09T04:51:48.502" v="2219" actId="1076"/>
          <ac:spMkLst>
            <pc:docMk/>
            <pc:sldMk cId="1301448682" sldId="258"/>
            <ac:spMk id="3" creationId="{7D5DFA4C-3B53-5EFF-830E-6351369427DB}"/>
          </ac:spMkLst>
        </pc:spChg>
        <pc:spChg chg="add del mod">
          <ac:chgData name="MANOJ PRABHAKAR" userId="a11cc0ecdd8a15be" providerId="LiveId" clId="{453EE6C8-E2DD-4EE4-A6A7-169A6EC9A313}" dt="2026-03-09T04:33:46.180" v="1948" actId="21"/>
          <ac:spMkLst>
            <pc:docMk/>
            <pc:sldMk cId="1301448682" sldId="258"/>
            <ac:spMk id="4" creationId="{83AD975A-B8E9-E5D4-E7E1-46E424147B45}"/>
          </ac:spMkLst>
        </pc:spChg>
        <pc:spChg chg="add del mod">
          <ac:chgData name="MANOJ PRABHAKAR" userId="a11cc0ecdd8a15be" providerId="LiveId" clId="{453EE6C8-E2DD-4EE4-A6A7-169A6EC9A313}" dt="2026-03-09T04:39:54.190" v="2004" actId="21"/>
          <ac:spMkLst>
            <pc:docMk/>
            <pc:sldMk cId="1301448682" sldId="258"/>
            <ac:spMk id="5" creationId="{E6B1E816-C2C7-0782-872C-0B4D4457B694}"/>
          </ac:spMkLst>
        </pc:spChg>
        <pc:spChg chg="add del mod">
          <ac:chgData name="MANOJ PRABHAKAR" userId="a11cc0ecdd8a15be" providerId="LiveId" clId="{453EE6C8-E2DD-4EE4-A6A7-169A6EC9A313}" dt="2026-03-08T12:53:00.780" v="1146" actId="21"/>
          <ac:spMkLst>
            <pc:docMk/>
            <pc:sldMk cId="1301448682" sldId="258"/>
            <ac:spMk id="11" creationId="{C06D8BE4-8D82-F24F-4501-122270D25C8A}"/>
          </ac:spMkLst>
        </pc:spChg>
        <pc:picChg chg="add del mod">
          <ac:chgData name="MANOJ PRABHAKAR" userId="a11cc0ecdd8a15be" providerId="LiveId" clId="{453EE6C8-E2DD-4EE4-A6A7-169A6EC9A313}" dt="2026-03-08T12:53:03.891" v="1147" actId="21"/>
          <ac:picMkLst>
            <pc:docMk/>
            <pc:sldMk cId="1301448682" sldId="258"/>
            <ac:picMk id="7" creationId="{58EA7B9D-FE08-C224-60D4-937B2C517EDD}"/>
          </ac:picMkLst>
        </pc:picChg>
        <pc:picChg chg="add mod">
          <ac:chgData name="MANOJ PRABHAKAR" userId="a11cc0ecdd8a15be" providerId="LiveId" clId="{453EE6C8-E2DD-4EE4-A6A7-169A6EC9A313}" dt="2026-03-08T12:52:44.835" v="1144" actId="931"/>
          <ac:picMkLst>
            <pc:docMk/>
            <pc:sldMk cId="1301448682" sldId="258"/>
            <ac:picMk id="9" creationId="{86FAD13C-8B0E-9476-169B-08A8DE1F8872}"/>
          </ac:picMkLst>
        </pc:picChg>
        <pc:picChg chg="add mod">
          <ac:chgData name="MANOJ PRABHAKAR" userId="a11cc0ecdd8a15be" providerId="LiveId" clId="{453EE6C8-E2DD-4EE4-A6A7-169A6EC9A313}" dt="2026-03-08T12:56:39.748" v="1184" actId="1076"/>
          <ac:picMkLst>
            <pc:docMk/>
            <pc:sldMk cId="1301448682" sldId="258"/>
            <ac:picMk id="13" creationId="{81828CC1-2E0F-7710-8A0E-42356917F1BB}"/>
          </ac:picMkLst>
        </pc:picChg>
      </pc:sldChg>
      <pc:sldChg chg="addSp delSp modSp mod">
        <pc:chgData name="MANOJ PRABHAKAR" userId="a11cc0ecdd8a15be" providerId="LiveId" clId="{453EE6C8-E2DD-4EE4-A6A7-169A6EC9A313}" dt="2026-03-09T04:50:11.173" v="2216" actId="20577"/>
        <pc:sldMkLst>
          <pc:docMk/>
          <pc:sldMk cId="2016785935" sldId="259"/>
        </pc:sldMkLst>
        <pc:spChg chg="mod">
          <ac:chgData name="MANOJ PRABHAKAR" userId="a11cc0ecdd8a15be" providerId="LiveId" clId="{453EE6C8-E2DD-4EE4-A6A7-169A6EC9A313}" dt="2026-03-08T12:56:23.730" v="1181" actId="113"/>
          <ac:spMkLst>
            <pc:docMk/>
            <pc:sldMk cId="2016785935" sldId="259"/>
            <ac:spMk id="2" creationId="{A413FAF4-AAFE-DBD7-4EC8-5E3F46E48B5E}"/>
          </ac:spMkLst>
        </pc:spChg>
        <pc:spChg chg="add del mod">
          <ac:chgData name="MANOJ PRABHAKAR" userId="a11cc0ecdd8a15be" providerId="LiveId" clId="{453EE6C8-E2DD-4EE4-A6A7-169A6EC9A313}" dt="2026-03-09T04:41:46.856" v="2012" actId="21"/>
          <ac:spMkLst>
            <pc:docMk/>
            <pc:sldMk cId="2016785935" sldId="259"/>
            <ac:spMk id="3" creationId="{13D6F57B-047A-1E73-016E-BFD755185394}"/>
          </ac:spMkLst>
        </pc:spChg>
        <pc:spChg chg="add del mod">
          <ac:chgData name="MANOJ PRABHAKAR" userId="a11cc0ecdd8a15be" providerId="LiveId" clId="{453EE6C8-E2DD-4EE4-A6A7-169A6EC9A313}" dt="2026-03-09T04:42:28.203" v="2016" actId="21"/>
          <ac:spMkLst>
            <pc:docMk/>
            <pc:sldMk cId="2016785935" sldId="259"/>
            <ac:spMk id="4" creationId="{073EC421-8F56-1CC4-D857-F3FFF5328F42}"/>
          </ac:spMkLst>
        </pc:spChg>
        <pc:spChg chg="add">
          <ac:chgData name="MANOJ PRABHAKAR" userId="a11cc0ecdd8a15be" providerId="LiveId" clId="{453EE6C8-E2DD-4EE4-A6A7-169A6EC9A313}" dt="2026-03-08T11:54:43.777" v="369"/>
          <ac:spMkLst>
            <pc:docMk/>
            <pc:sldMk cId="2016785935" sldId="259"/>
            <ac:spMk id="4" creationId="{986533C9-2CD5-421A-04C8-8A79CCFAE361}"/>
          </ac:spMkLst>
        </pc:spChg>
        <pc:spChg chg="add">
          <ac:chgData name="MANOJ PRABHAKAR" userId="a11cc0ecdd8a15be" providerId="LiveId" clId="{453EE6C8-E2DD-4EE4-A6A7-169A6EC9A313}" dt="2026-03-08T11:55:05.461" v="373"/>
          <ac:spMkLst>
            <pc:docMk/>
            <pc:sldMk cId="2016785935" sldId="259"/>
            <ac:spMk id="5" creationId="{07857E0E-233A-7B1A-AF68-888F6E764FA1}"/>
          </ac:spMkLst>
        </pc:spChg>
        <pc:spChg chg="add del mod">
          <ac:chgData name="MANOJ PRABHAKAR" userId="a11cc0ecdd8a15be" providerId="LiveId" clId="{453EE6C8-E2DD-4EE4-A6A7-169A6EC9A313}" dt="2026-03-09T04:41:36.406" v="2010" actId="21"/>
          <ac:spMkLst>
            <pc:docMk/>
            <pc:sldMk cId="2016785935" sldId="259"/>
            <ac:spMk id="6" creationId="{4010D926-118B-0B29-C48C-427DD0252BEF}"/>
          </ac:spMkLst>
        </pc:spChg>
        <pc:spChg chg="del mod">
          <ac:chgData name="MANOJ PRABHAKAR" userId="a11cc0ecdd8a15be" providerId="LiveId" clId="{453EE6C8-E2DD-4EE4-A6A7-169A6EC9A313}" dt="2026-03-09T04:41:43.326" v="2011" actId="21"/>
          <ac:spMkLst>
            <pc:docMk/>
            <pc:sldMk cId="2016785935" sldId="259"/>
            <ac:spMk id="7" creationId="{DCFA8234-A9AB-31C7-C06C-CFC94F3377D6}"/>
          </ac:spMkLst>
        </pc:spChg>
        <pc:spChg chg="add del mod">
          <ac:chgData name="MANOJ PRABHAKAR" userId="a11cc0ecdd8a15be" providerId="LiveId" clId="{453EE6C8-E2DD-4EE4-A6A7-169A6EC9A313}" dt="2026-03-09T04:41:30.895" v="2009" actId="21"/>
          <ac:spMkLst>
            <pc:docMk/>
            <pc:sldMk cId="2016785935" sldId="259"/>
            <ac:spMk id="8" creationId="{892F6BCD-804B-2F0B-903B-B645F8069E70}"/>
          </ac:spMkLst>
        </pc:spChg>
        <pc:graphicFrameChg chg="add mod modGraphic">
          <ac:chgData name="MANOJ PRABHAKAR" userId="a11cc0ecdd8a15be" providerId="LiveId" clId="{453EE6C8-E2DD-4EE4-A6A7-169A6EC9A313}" dt="2026-03-09T04:50:11.173" v="2216" actId="20577"/>
          <ac:graphicFrameMkLst>
            <pc:docMk/>
            <pc:sldMk cId="2016785935" sldId="259"/>
            <ac:graphicFrameMk id="5" creationId="{948224AD-AC18-4C6F-97A5-4A46DE0683F0}"/>
          </ac:graphicFrameMkLst>
        </pc:graphicFrameChg>
        <pc:picChg chg="add mod">
          <ac:chgData name="MANOJ PRABHAKAR" userId="a11cc0ecdd8a15be" providerId="LiveId" clId="{453EE6C8-E2DD-4EE4-A6A7-169A6EC9A313}" dt="2026-03-08T12:49:34.193" v="1125" actId="931"/>
          <ac:picMkLst>
            <pc:docMk/>
            <pc:sldMk cId="2016785935" sldId="259"/>
            <ac:picMk id="5" creationId="{DC9699A5-6493-C0A4-C200-0B554469870E}"/>
          </ac:picMkLst>
        </pc:picChg>
        <pc:picChg chg="add mod">
          <ac:chgData name="MANOJ PRABHAKAR" userId="a11cc0ecdd8a15be" providerId="LiveId" clId="{453EE6C8-E2DD-4EE4-A6A7-169A6EC9A313}" dt="2026-03-08T12:50:34.091" v="1132" actId="1076"/>
          <ac:picMkLst>
            <pc:docMk/>
            <pc:sldMk cId="2016785935" sldId="259"/>
            <ac:picMk id="10" creationId="{D5472989-8E86-32F4-B8D9-35FB54B149CA}"/>
          </ac:picMkLst>
        </pc:picChg>
      </pc:sldChg>
      <pc:sldChg chg="addSp delSp modSp mod modClrScheme chgLayout">
        <pc:chgData name="MANOJ PRABHAKAR" userId="a11cc0ecdd8a15be" providerId="LiveId" clId="{453EE6C8-E2DD-4EE4-A6A7-169A6EC9A313}" dt="2026-03-08T18:06:20.021" v="1670" actId="1076"/>
        <pc:sldMkLst>
          <pc:docMk/>
          <pc:sldMk cId="3549269700" sldId="260"/>
        </pc:sldMkLst>
        <pc:spChg chg="mod ord">
          <ac:chgData name="MANOJ PRABHAKAR" userId="a11cc0ecdd8a15be" providerId="LiveId" clId="{453EE6C8-E2DD-4EE4-A6A7-169A6EC9A313}" dt="2026-03-08T18:06:11.664" v="1669" actId="1076"/>
          <ac:spMkLst>
            <pc:docMk/>
            <pc:sldMk cId="3549269700" sldId="260"/>
            <ac:spMk id="2" creationId="{B3095866-C90A-F0D2-B120-AE3622F2CA38}"/>
          </ac:spMkLst>
        </pc:spChg>
        <pc:spChg chg="mod ord">
          <ac:chgData name="MANOJ PRABHAKAR" userId="a11cc0ecdd8a15be" providerId="LiveId" clId="{453EE6C8-E2DD-4EE4-A6A7-169A6EC9A313}" dt="2026-03-08T12:01:01.414" v="520" actId="1076"/>
          <ac:spMkLst>
            <pc:docMk/>
            <pc:sldMk cId="3549269700" sldId="260"/>
            <ac:spMk id="3" creationId="{EC933F5D-8646-3BA2-D03B-6FF96921179E}"/>
          </ac:spMkLst>
        </pc:spChg>
        <pc:spChg chg="add del mod ord">
          <ac:chgData name="MANOJ PRABHAKAR" userId="a11cc0ecdd8a15be" providerId="LiveId" clId="{453EE6C8-E2DD-4EE4-A6A7-169A6EC9A313}" dt="2026-03-08T10:30:18.909" v="3" actId="700"/>
          <ac:spMkLst>
            <pc:docMk/>
            <pc:sldMk cId="3549269700" sldId="260"/>
            <ac:spMk id="4" creationId="{1FE3B7BA-A9FA-9FCE-DAA0-1E485A5B1FA7}"/>
          </ac:spMkLst>
        </pc:spChg>
        <pc:spChg chg="add del mod ord">
          <ac:chgData name="MANOJ PRABHAKAR" userId="a11cc0ecdd8a15be" providerId="LiveId" clId="{453EE6C8-E2DD-4EE4-A6A7-169A6EC9A313}" dt="2026-03-08T10:34:40.941" v="36" actId="700"/>
          <ac:spMkLst>
            <pc:docMk/>
            <pc:sldMk cId="3549269700" sldId="260"/>
            <ac:spMk id="5" creationId="{6FD20371-AA1F-F162-112D-3F1578784F21}"/>
          </ac:spMkLst>
        </pc:spChg>
        <pc:spChg chg="add del mod ord">
          <ac:chgData name="MANOJ PRABHAKAR" userId="a11cc0ecdd8a15be" providerId="LiveId" clId="{453EE6C8-E2DD-4EE4-A6A7-169A6EC9A313}" dt="2026-03-08T10:34:40.941" v="36" actId="700"/>
          <ac:spMkLst>
            <pc:docMk/>
            <pc:sldMk cId="3549269700" sldId="260"/>
            <ac:spMk id="6" creationId="{778E2219-FF19-AB60-44BE-8C216E099A51}"/>
          </ac:spMkLst>
        </pc:spChg>
        <pc:spChg chg="add del mod ord">
          <ac:chgData name="MANOJ PRABHAKAR" userId="a11cc0ecdd8a15be" providerId="LiveId" clId="{453EE6C8-E2DD-4EE4-A6A7-169A6EC9A313}" dt="2026-03-08T10:34:40.941" v="36" actId="700"/>
          <ac:spMkLst>
            <pc:docMk/>
            <pc:sldMk cId="3549269700" sldId="260"/>
            <ac:spMk id="7" creationId="{CC6E0820-1EF4-C8A8-000F-0716E299144D}"/>
          </ac:spMkLst>
        </pc:spChg>
        <pc:spChg chg="add del mod ord">
          <ac:chgData name="MANOJ PRABHAKAR" userId="a11cc0ecdd8a15be" providerId="LiveId" clId="{453EE6C8-E2DD-4EE4-A6A7-169A6EC9A313}" dt="2026-03-08T10:34:40.275" v="35" actId="700"/>
          <ac:spMkLst>
            <pc:docMk/>
            <pc:sldMk cId="3549269700" sldId="260"/>
            <ac:spMk id="8" creationId="{99314B10-3406-B17D-FB61-2CA61DB06232}"/>
          </ac:spMkLst>
        </pc:spChg>
        <pc:spChg chg="add del mod ord">
          <ac:chgData name="MANOJ PRABHAKAR" userId="a11cc0ecdd8a15be" providerId="LiveId" clId="{453EE6C8-E2DD-4EE4-A6A7-169A6EC9A313}" dt="2026-03-08T10:33:46.269" v="18" actId="700"/>
          <ac:spMkLst>
            <pc:docMk/>
            <pc:sldMk cId="3549269700" sldId="260"/>
            <ac:spMk id="11" creationId="{2ED306DF-717B-8D2D-9F37-DD40BE05089E}"/>
          </ac:spMkLst>
        </pc:spChg>
        <pc:spChg chg="add mod">
          <ac:chgData name="MANOJ PRABHAKAR" userId="a11cc0ecdd8a15be" providerId="LiveId" clId="{453EE6C8-E2DD-4EE4-A6A7-169A6EC9A313}" dt="2026-03-08T17:44:37.443" v="1461" actId="1076"/>
          <ac:spMkLst>
            <pc:docMk/>
            <pc:sldMk cId="3549269700" sldId="260"/>
            <ac:spMk id="16" creationId="{D5F9C7A1-D92C-73F9-ACB4-2628CDAF8601}"/>
          </ac:spMkLst>
        </pc:spChg>
        <pc:spChg chg="add mod">
          <ac:chgData name="MANOJ PRABHAKAR" userId="a11cc0ecdd8a15be" providerId="LiveId" clId="{453EE6C8-E2DD-4EE4-A6A7-169A6EC9A313}" dt="2026-03-08T17:46:43.108" v="1483" actId="20577"/>
          <ac:spMkLst>
            <pc:docMk/>
            <pc:sldMk cId="3549269700" sldId="260"/>
            <ac:spMk id="17" creationId="{290A8214-3088-B99E-82E9-95132BB80C52}"/>
          </ac:spMkLst>
        </pc:spChg>
        <pc:spChg chg="add del">
          <ac:chgData name="MANOJ PRABHAKAR" userId="a11cc0ecdd8a15be" providerId="LiveId" clId="{453EE6C8-E2DD-4EE4-A6A7-169A6EC9A313}" dt="2026-03-08T12:02:07.313" v="540" actId="22"/>
          <ac:spMkLst>
            <pc:docMk/>
            <pc:sldMk cId="3549269700" sldId="260"/>
            <ac:spMk id="19" creationId="{945D49C9-D656-5028-B0D5-976813D81FF7}"/>
          </ac:spMkLst>
        </pc:spChg>
        <pc:picChg chg="add mod modCrop">
          <ac:chgData name="MANOJ PRABHAKAR" userId="a11cc0ecdd8a15be" providerId="LiveId" clId="{453EE6C8-E2DD-4EE4-A6A7-169A6EC9A313}" dt="2026-03-08T17:45:52.589" v="1467" actId="14100"/>
          <ac:picMkLst>
            <pc:docMk/>
            <pc:sldMk cId="3549269700" sldId="260"/>
            <ac:picMk id="5" creationId="{8A4D2EED-8979-1260-0731-C456A916F903}"/>
          </ac:picMkLst>
        </pc:picChg>
        <pc:picChg chg="add mod">
          <ac:chgData name="MANOJ PRABHAKAR" userId="a11cc0ecdd8a15be" providerId="LiveId" clId="{453EE6C8-E2DD-4EE4-A6A7-169A6EC9A313}" dt="2026-03-08T18:06:20.021" v="1670" actId="1076"/>
          <ac:picMkLst>
            <pc:docMk/>
            <pc:sldMk cId="3549269700" sldId="260"/>
            <ac:picMk id="7" creationId="{9C94332C-7EDF-61A2-0549-FE4CF19714B0}"/>
          </ac:picMkLst>
        </pc:picChg>
        <pc:picChg chg="add mod">
          <ac:chgData name="MANOJ PRABHAKAR" userId="a11cc0ecdd8a15be" providerId="LiveId" clId="{453EE6C8-E2DD-4EE4-A6A7-169A6EC9A313}" dt="2026-03-08T10:31:45.783" v="15" actId="931"/>
          <ac:picMkLst>
            <pc:docMk/>
            <pc:sldMk cId="3549269700" sldId="260"/>
            <ac:picMk id="10" creationId="{FB0040C5-E313-3B9D-77BD-7857A03AFB49}"/>
          </ac:picMkLst>
        </pc:picChg>
        <pc:picChg chg="add mod">
          <ac:chgData name="MANOJ PRABHAKAR" userId="a11cc0ecdd8a15be" providerId="LiveId" clId="{453EE6C8-E2DD-4EE4-A6A7-169A6EC9A313}" dt="2026-03-08T10:34:39.138" v="32" actId="931"/>
          <ac:picMkLst>
            <pc:docMk/>
            <pc:sldMk cId="3549269700" sldId="260"/>
            <ac:picMk id="13" creationId="{14EBABA4-96DB-1211-D29E-A2885CE90BF5}"/>
          </ac:picMkLst>
        </pc:picChg>
        <pc:picChg chg="add del mod">
          <ac:chgData name="MANOJ PRABHAKAR" userId="a11cc0ecdd8a15be" providerId="LiveId" clId="{453EE6C8-E2DD-4EE4-A6A7-169A6EC9A313}" dt="2026-03-08T17:43:35.869" v="1451" actId="21"/>
          <ac:picMkLst>
            <pc:docMk/>
            <pc:sldMk cId="3549269700" sldId="260"/>
            <ac:picMk id="15" creationId="{4B1ACD0D-ED9F-67D2-A147-2F43F9C98C8F}"/>
          </ac:picMkLst>
        </pc:picChg>
      </pc:sldChg>
      <pc:sldChg chg="addSp delSp modSp mod">
        <pc:chgData name="MANOJ PRABHAKAR" userId="a11cc0ecdd8a15be" providerId="LiveId" clId="{453EE6C8-E2DD-4EE4-A6A7-169A6EC9A313}" dt="2026-03-08T12:56:06.727" v="1178" actId="113"/>
        <pc:sldMkLst>
          <pc:docMk/>
          <pc:sldMk cId="1579878663" sldId="261"/>
        </pc:sldMkLst>
        <pc:spChg chg="mod">
          <ac:chgData name="MANOJ PRABHAKAR" userId="a11cc0ecdd8a15be" providerId="LiveId" clId="{453EE6C8-E2DD-4EE4-A6A7-169A6EC9A313}" dt="2026-03-08T12:56:06.727" v="1178" actId="113"/>
          <ac:spMkLst>
            <pc:docMk/>
            <pc:sldMk cId="1579878663" sldId="261"/>
            <ac:spMk id="2" creationId="{C97FA714-691D-7C0D-9B61-1B0653BEA7B5}"/>
          </ac:spMkLst>
        </pc:spChg>
        <pc:spChg chg="mod">
          <ac:chgData name="MANOJ PRABHAKAR" userId="a11cc0ecdd8a15be" providerId="LiveId" clId="{453EE6C8-E2DD-4EE4-A6A7-169A6EC9A313}" dt="2026-03-08T12:19:19.718" v="697" actId="14100"/>
          <ac:spMkLst>
            <pc:docMk/>
            <pc:sldMk cId="1579878663" sldId="261"/>
            <ac:spMk id="3" creationId="{2C60E1B8-3FA4-B6D7-F00D-6F79543686BA}"/>
          </ac:spMkLst>
        </pc:spChg>
        <pc:spChg chg="add mod">
          <ac:chgData name="MANOJ PRABHAKAR" userId="a11cc0ecdd8a15be" providerId="LiveId" clId="{453EE6C8-E2DD-4EE4-A6A7-169A6EC9A313}" dt="2026-03-08T12:19:15.447" v="696" actId="1076"/>
          <ac:spMkLst>
            <pc:docMk/>
            <pc:sldMk cId="1579878663" sldId="261"/>
            <ac:spMk id="8" creationId="{265555DC-4198-4276-9987-9FB095BA451F}"/>
          </ac:spMkLst>
        </pc:spChg>
        <pc:picChg chg="add del mod modCrop">
          <ac:chgData name="MANOJ PRABHAKAR" userId="a11cc0ecdd8a15be" providerId="LiveId" clId="{453EE6C8-E2DD-4EE4-A6A7-169A6EC9A313}" dt="2026-03-08T10:43:46.923" v="86" actId="21"/>
          <ac:picMkLst>
            <pc:docMk/>
            <pc:sldMk cId="1579878663" sldId="261"/>
            <ac:picMk id="5" creationId="{48CD74AC-0635-1BE7-88AE-BC87339D1B4D}"/>
          </ac:picMkLst>
        </pc:picChg>
        <pc:picChg chg="add mod">
          <ac:chgData name="MANOJ PRABHAKAR" userId="a11cc0ecdd8a15be" providerId="LiveId" clId="{453EE6C8-E2DD-4EE4-A6A7-169A6EC9A313}" dt="2026-03-08T10:45:47.909" v="93" actId="14100"/>
          <ac:picMkLst>
            <pc:docMk/>
            <pc:sldMk cId="1579878663" sldId="261"/>
            <ac:picMk id="7" creationId="{D65A9859-EA27-65E1-8ED7-27D473A23869}"/>
          </ac:picMkLst>
        </pc:picChg>
      </pc:sldChg>
      <pc:sldChg chg="addSp delSp modSp mod setBg">
        <pc:chgData name="MANOJ PRABHAKAR" userId="a11cc0ecdd8a15be" providerId="LiveId" clId="{453EE6C8-E2DD-4EE4-A6A7-169A6EC9A313}" dt="2026-03-08T18:08:19.436" v="1681" actId="14100"/>
        <pc:sldMkLst>
          <pc:docMk/>
          <pc:sldMk cId="1759581779" sldId="262"/>
        </pc:sldMkLst>
        <pc:spChg chg="mod">
          <ac:chgData name="MANOJ PRABHAKAR" userId="a11cc0ecdd8a15be" providerId="LiveId" clId="{453EE6C8-E2DD-4EE4-A6A7-169A6EC9A313}" dt="2026-03-08T12:53:48.886" v="1154" actId="1076"/>
          <ac:spMkLst>
            <pc:docMk/>
            <pc:sldMk cId="1759581779" sldId="262"/>
            <ac:spMk id="2" creationId="{810D6149-133C-5847-0250-7B655DD4AB68}"/>
          </ac:spMkLst>
        </pc:spChg>
        <pc:spChg chg="mod">
          <ac:chgData name="MANOJ PRABHAKAR" userId="a11cc0ecdd8a15be" providerId="LiveId" clId="{453EE6C8-E2DD-4EE4-A6A7-169A6EC9A313}" dt="2026-03-08T18:08:10.647" v="1679" actId="1076"/>
          <ac:spMkLst>
            <pc:docMk/>
            <pc:sldMk cId="1759581779" sldId="262"/>
            <ac:spMk id="3" creationId="{4FE31180-5E85-9EEE-0B79-B0536678099A}"/>
          </ac:spMkLst>
        </pc:spChg>
        <pc:spChg chg="add del">
          <ac:chgData name="MANOJ PRABHAKAR" userId="a11cc0ecdd8a15be" providerId="LiveId" clId="{453EE6C8-E2DD-4EE4-A6A7-169A6EC9A313}" dt="2026-03-08T10:48:27.139" v="98" actId="26606"/>
          <ac:spMkLst>
            <pc:docMk/>
            <pc:sldMk cId="1759581779" sldId="262"/>
            <ac:spMk id="20" creationId="{E80B86A7-A1EC-475B-9166-88902B033A38}"/>
          </ac:spMkLst>
        </pc:spChg>
        <pc:spChg chg="add del">
          <ac:chgData name="MANOJ PRABHAKAR" userId="a11cc0ecdd8a15be" providerId="LiveId" clId="{453EE6C8-E2DD-4EE4-A6A7-169A6EC9A313}" dt="2026-03-08T10:48:21.710" v="96" actId="26606"/>
          <ac:spMkLst>
            <pc:docMk/>
            <pc:sldMk cId="1759581779" sldId="262"/>
            <ac:spMk id="21" creationId="{3BCB5F6A-9EB0-40B0-9D13-3023E9A20508}"/>
          </ac:spMkLst>
        </pc:spChg>
        <pc:spChg chg="add del">
          <ac:chgData name="MANOJ PRABHAKAR" userId="a11cc0ecdd8a15be" providerId="LiveId" clId="{453EE6C8-E2DD-4EE4-A6A7-169A6EC9A313}" dt="2026-03-08T10:48:27.139" v="98" actId="26606"/>
          <ac:spMkLst>
            <pc:docMk/>
            <pc:sldMk cId="1759581779" sldId="262"/>
            <ac:spMk id="22" creationId="{C2C29CB1-9F74-4879-A6AF-AEA67B6F1F4D}"/>
          </ac:spMkLst>
        </pc:spChg>
        <pc:spChg chg="add del">
          <ac:chgData name="MANOJ PRABHAKAR" userId="a11cc0ecdd8a15be" providerId="LiveId" clId="{453EE6C8-E2DD-4EE4-A6A7-169A6EC9A313}" dt="2026-03-08T10:48:27.139" v="98" actId="26606"/>
          <ac:spMkLst>
            <pc:docMk/>
            <pc:sldMk cId="1759581779" sldId="262"/>
            <ac:spMk id="24" creationId="{7E2C7115-5336-410C-AD71-0F0952A2E5A7}"/>
          </ac:spMkLst>
        </pc:spChg>
        <pc:spChg chg="add del">
          <ac:chgData name="MANOJ PRABHAKAR" userId="a11cc0ecdd8a15be" providerId="LiveId" clId="{453EE6C8-E2DD-4EE4-A6A7-169A6EC9A313}" dt="2026-03-08T10:48:42.471" v="102" actId="26606"/>
          <ac:spMkLst>
            <pc:docMk/>
            <pc:sldMk cId="1759581779" sldId="262"/>
            <ac:spMk id="30" creationId="{27B538D5-95DB-47ED-9CB4-34AE5BF78E6B}"/>
          </ac:spMkLst>
        </pc:spChg>
        <pc:spChg chg="add del">
          <ac:chgData name="MANOJ PRABHAKAR" userId="a11cc0ecdd8a15be" providerId="LiveId" clId="{453EE6C8-E2DD-4EE4-A6A7-169A6EC9A313}" dt="2026-03-08T10:48:30.572" v="100" actId="26606"/>
          <ac:spMkLst>
            <pc:docMk/>
            <pc:sldMk cId="1759581779" sldId="262"/>
            <ac:spMk id="36" creationId="{86C16C40-7C29-4ACC-B851-7E08E459B596}"/>
          </ac:spMkLst>
        </pc:spChg>
        <pc:spChg chg="add del">
          <ac:chgData name="MANOJ PRABHAKAR" userId="a11cc0ecdd8a15be" providerId="LiveId" clId="{453EE6C8-E2DD-4EE4-A6A7-169A6EC9A313}" dt="2026-03-08T10:48:42.471" v="102" actId="26606"/>
          <ac:spMkLst>
            <pc:docMk/>
            <pc:sldMk cId="1759581779" sldId="262"/>
            <ac:spMk id="56" creationId="{8DF4D7F6-81B5-452A-9CE6-76D81F91D41B}"/>
          </ac:spMkLst>
        </pc:spChg>
        <pc:spChg chg="add del">
          <ac:chgData name="MANOJ PRABHAKAR" userId="a11cc0ecdd8a15be" providerId="LiveId" clId="{453EE6C8-E2DD-4EE4-A6A7-169A6EC9A313}" dt="2026-03-08T10:48:42.471" v="102" actId="26606"/>
          <ac:spMkLst>
            <pc:docMk/>
            <pc:sldMk cId="1759581779" sldId="262"/>
            <ac:spMk id="57" creationId="{4600514D-20FB-4559-97DC-D1DC39E6C3DE}"/>
          </ac:spMkLst>
        </pc:spChg>
        <pc:spChg chg="add del">
          <ac:chgData name="MANOJ PRABHAKAR" userId="a11cc0ecdd8a15be" providerId="LiveId" clId="{453EE6C8-E2DD-4EE4-A6A7-169A6EC9A313}" dt="2026-03-08T10:48:42.471" v="102" actId="26606"/>
          <ac:spMkLst>
            <pc:docMk/>
            <pc:sldMk cId="1759581779" sldId="262"/>
            <ac:spMk id="58" creationId="{266F638A-E405-4AC0-B984-72E5813B0DD1}"/>
          </ac:spMkLst>
        </pc:spChg>
        <pc:grpChg chg="add del">
          <ac:chgData name="MANOJ PRABHAKAR" userId="a11cc0ecdd8a15be" providerId="LiveId" clId="{453EE6C8-E2DD-4EE4-A6A7-169A6EC9A313}" dt="2026-03-08T10:48:27.139" v="98" actId="26606"/>
          <ac:grpSpMkLst>
            <pc:docMk/>
            <pc:sldMk cId="1759581779" sldId="262"/>
            <ac:grpSpMk id="8" creationId="{FFA844EB-B4EF-4B2F-95CF-9E5C16B5B4BB}"/>
          </ac:grpSpMkLst>
        </pc:grpChg>
        <pc:grpChg chg="add del">
          <ac:chgData name="MANOJ PRABHAKAR" userId="a11cc0ecdd8a15be" providerId="LiveId" clId="{453EE6C8-E2DD-4EE4-A6A7-169A6EC9A313}" dt="2026-03-08T10:48:21.710" v="96" actId="26606"/>
          <ac:grpSpMkLst>
            <pc:docMk/>
            <pc:sldMk cId="1759581779" sldId="262"/>
            <ac:grpSpMk id="9" creationId="{D5FD13B3-3F58-4777-997E-5447AA079DEB}"/>
          </ac:grpSpMkLst>
        </pc:grpChg>
        <pc:grpChg chg="add del">
          <ac:chgData name="MANOJ PRABHAKAR" userId="a11cc0ecdd8a15be" providerId="LiveId" clId="{453EE6C8-E2DD-4EE4-A6A7-169A6EC9A313}" dt="2026-03-08T10:48:30.572" v="100" actId="26606"/>
          <ac:grpSpMkLst>
            <pc:docMk/>
            <pc:sldMk cId="1759581779" sldId="262"/>
            <ac:grpSpMk id="33" creationId="{FFA844EB-B4EF-4B2F-95CF-9E5C16B5B4BB}"/>
          </ac:grpSpMkLst>
        </pc:grpChg>
        <pc:grpChg chg="add del">
          <ac:chgData name="MANOJ PRABHAKAR" userId="a11cc0ecdd8a15be" providerId="LiveId" clId="{453EE6C8-E2DD-4EE4-A6A7-169A6EC9A313}" dt="2026-03-08T10:48:30.572" v="100" actId="26606"/>
          <ac:grpSpMkLst>
            <pc:docMk/>
            <pc:sldMk cId="1759581779" sldId="262"/>
            <ac:grpSpMk id="37" creationId="{C8C7BCF2-9254-495D-8120-F4C32A172F59}"/>
          </ac:grpSpMkLst>
        </pc:grpChg>
        <pc:grpChg chg="add del">
          <ac:chgData name="MANOJ PRABHAKAR" userId="a11cc0ecdd8a15be" providerId="LiveId" clId="{453EE6C8-E2DD-4EE4-A6A7-169A6EC9A313}" dt="2026-03-08T10:48:42.471" v="102" actId="26606"/>
          <ac:grpSpMkLst>
            <pc:docMk/>
            <pc:sldMk cId="1759581779" sldId="262"/>
            <ac:grpSpMk id="47" creationId="{FFA844EB-B4EF-4B2F-95CF-9E5C16B5B4BB}"/>
          </ac:grpSpMkLst>
        </pc:grpChg>
        <pc:picChg chg="add del">
          <ac:chgData name="MANOJ PRABHAKAR" userId="a11cc0ecdd8a15be" providerId="LiveId" clId="{453EE6C8-E2DD-4EE4-A6A7-169A6EC9A313}" dt="2026-03-08T10:48:21.710" v="96" actId="26606"/>
          <ac:picMkLst>
            <pc:docMk/>
            <pc:sldMk cId="1759581779" sldId="262"/>
            <ac:picMk id="5" creationId="{E78BD25D-7EA3-E36C-27AD-AEAC7D092E89}"/>
          </ac:picMkLst>
        </pc:picChg>
        <pc:picChg chg="add mod">
          <ac:chgData name="MANOJ PRABHAKAR" userId="a11cc0ecdd8a15be" providerId="LiveId" clId="{453EE6C8-E2DD-4EE4-A6A7-169A6EC9A313}" dt="2026-03-08T18:08:19.436" v="1681" actId="14100"/>
          <ac:picMkLst>
            <pc:docMk/>
            <pc:sldMk cId="1759581779" sldId="262"/>
            <ac:picMk id="6" creationId="{7E875C0A-10A8-97E0-2297-64D099C7F634}"/>
          </ac:picMkLst>
        </pc:picChg>
        <pc:cxnChg chg="add del">
          <ac:chgData name="MANOJ PRABHAKAR" userId="a11cc0ecdd8a15be" providerId="LiveId" clId="{453EE6C8-E2DD-4EE4-A6A7-169A6EC9A313}" dt="2026-03-08T10:48:42.471" v="102" actId="26606"/>
          <ac:cxnSpMkLst>
            <pc:docMk/>
            <pc:sldMk cId="1759581779" sldId="262"/>
            <ac:cxnSpMk id="26" creationId="{7D1CBE93-B17D-4509-843C-82287C38032A}"/>
          </ac:cxnSpMkLst>
        </pc:cxnChg>
        <pc:cxnChg chg="add del">
          <ac:chgData name="MANOJ PRABHAKAR" userId="a11cc0ecdd8a15be" providerId="LiveId" clId="{453EE6C8-E2DD-4EE4-A6A7-169A6EC9A313}" dt="2026-03-08T10:48:42.471" v="102" actId="26606"/>
          <ac:cxnSpMkLst>
            <pc:docMk/>
            <pc:sldMk cId="1759581779" sldId="262"/>
            <ac:cxnSpMk id="28" creationId="{AE6277B4-6A43-48AB-89B2-3442221619CC}"/>
          </ac:cxnSpMkLst>
        </pc:cxnChg>
      </pc:sldChg>
      <pc:sldChg chg="addSp modSp del mod chgLayout">
        <pc:chgData name="MANOJ PRABHAKAR" userId="a11cc0ecdd8a15be" providerId="LiveId" clId="{453EE6C8-E2DD-4EE4-A6A7-169A6EC9A313}" dt="2026-03-08T11:17:42.600" v="239" actId="2696"/>
        <pc:sldMkLst>
          <pc:docMk/>
          <pc:sldMk cId="1437912604" sldId="263"/>
        </pc:sldMkLst>
        <pc:spChg chg="mod ord">
          <ac:chgData name="MANOJ PRABHAKAR" userId="a11cc0ecdd8a15be" providerId="LiveId" clId="{453EE6C8-E2DD-4EE4-A6A7-169A6EC9A313}" dt="2026-03-08T11:15:27.054" v="201" actId="700"/>
          <ac:spMkLst>
            <pc:docMk/>
            <pc:sldMk cId="1437912604" sldId="263"/>
            <ac:spMk id="2" creationId="{8D28F821-DF83-927B-B9A6-8CC8AB7716C0}"/>
          </ac:spMkLst>
        </pc:spChg>
        <pc:spChg chg="mod ord">
          <ac:chgData name="MANOJ PRABHAKAR" userId="a11cc0ecdd8a15be" providerId="LiveId" clId="{453EE6C8-E2DD-4EE4-A6A7-169A6EC9A313}" dt="2026-03-08T11:15:47.560" v="209" actId="14100"/>
          <ac:spMkLst>
            <pc:docMk/>
            <pc:sldMk cId="1437912604" sldId="263"/>
            <ac:spMk id="5" creationId="{C941CFBE-1741-B5B8-213C-DA29DD63EDEC}"/>
          </ac:spMkLst>
        </pc:spChg>
        <pc:picChg chg="add mod">
          <ac:chgData name="MANOJ PRABHAKAR" userId="a11cc0ecdd8a15be" providerId="LiveId" clId="{453EE6C8-E2DD-4EE4-A6A7-169A6EC9A313}" dt="2026-03-08T11:15:30.169" v="204" actId="1076"/>
          <ac:picMkLst>
            <pc:docMk/>
            <pc:sldMk cId="1437912604" sldId="263"/>
            <ac:picMk id="4" creationId="{5B99C19F-E519-265B-64D3-EEC579AB9CF3}"/>
          </ac:picMkLst>
        </pc:picChg>
      </pc:sldChg>
      <pc:sldChg chg="addSp delSp modSp mod">
        <pc:chgData name="MANOJ PRABHAKAR" userId="a11cc0ecdd8a15be" providerId="LiveId" clId="{453EE6C8-E2DD-4EE4-A6A7-169A6EC9A313}" dt="2026-03-08T12:55:48.066" v="1176" actId="1076"/>
        <pc:sldMkLst>
          <pc:docMk/>
          <pc:sldMk cId="1402796843" sldId="264"/>
        </pc:sldMkLst>
        <pc:spChg chg="mod">
          <ac:chgData name="MANOJ PRABHAKAR" userId="a11cc0ecdd8a15be" providerId="LiveId" clId="{453EE6C8-E2DD-4EE4-A6A7-169A6EC9A313}" dt="2026-03-08T12:55:48.066" v="1176" actId="1076"/>
          <ac:spMkLst>
            <pc:docMk/>
            <pc:sldMk cId="1402796843" sldId="264"/>
            <ac:spMk id="2" creationId="{F8356B03-2829-E6E6-26DC-6F17ABA25134}"/>
          </ac:spMkLst>
        </pc:spChg>
        <pc:spChg chg="mod">
          <ac:chgData name="MANOJ PRABHAKAR" userId="a11cc0ecdd8a15be" providerId="LiveId" clId="{453EE6C8-E2DD-4EE4-A6A7-169A6EC9A313}" dt="2026-03-08T11:49:25.661" v="330" actId="14100"/>
          <ac:spMkLst>
            <pc:docMk/>
            <pc:sldMk cId="1402796843" sldId="264"/>
            <ac:spMk id="3" creationId="{EB4FA6F0-95B9-E6E9-0B71-7814B24ECA3B}"/>
          </ac:spMkLst>
        </pc:spChg>
        <pc:spChg chg="add del mod">
          <ac:chgData name="MANOJ PRABHAKAR" userId="a11cc0ecdd8a15be" providerId="LiveId" clId="{453EE6C8-E2DD-4EE4-A6A7-169A6EC9A313}" dt="2026-03-08T11:48:56.781" v="328"/>
          <ac:spMkLst>
            <pc:docMk/>
            <pc:sldMk cId="1402796843" sldId="264"/>
            <ac:spMk id="4" creationId="{EC0961C8-AE8D-0440-7C0E-4D7889544DFF}"/>
          </ac:spMkLst>
        </pc:spChg>
        <pc:spChg chg="add mod">
          <ac:chgData name="MANOJ PRABHAKAR" userId="a11cc0ecdd8a15be" providerId="LiveId" clId="{453EE6C8-E2DD-4EE4-A6A7-169A6EC9A313}" dt="2026-03-08T12:09:01.526" v="628" actId="1076"/>
          <ac:spMkLst>
            <pc:docMk/>
            <pc:sldMk cId="1402796843" sldId="264"/>
            <ac:spMk id="5" creationId="{8B3F2854-4D90-2A1E-C7E4-F185A183BFC1}"/>
          </ac:spMkLst>
        </pc:spChg>
        <pc:spChg chg="add del mod">
          <ac:chgData name="MANOJ PRABHAKAR" userId="a11cc0ecdd8a15be" providerId="LiveId" clId="{453EE6C8-E2DD-4EE4-A6A7-169A6EC9A313}" dt="2026-03-08T12:08:57.732" v="627" actId="21"/>
          <ac:spMkLst>
            <pc:docMk/>
            <pc:sldMk cId="1402796843" sldId="264"/>
            <ac:spMk id="6" creationId="{D15FB0BC-AFF3-8D5C-A876-8C3B645EFC8F}"/>
          </ac:spMkLst>
        </pc:spChg>
        <pc:spChg chg="add del mod">
          <ac:chgData name="MANOJ PRABHAKAR" userId="a11cc0ecdd8a15be" providerId="LiveId" clId="{453EE6C8-E2DD-4EE4-A6A7-169A6EC9A313}" dt="2026-03-08T12:08:54.061" v="626" actId="21"/>
          <ac:spMkLst>
            <pc:docMk/>
            <pc:sldMk cId="1402796843" sldId="264"/>
            <ac:spMk id="7" creationId="{A70B6CC5-91D7-DC09-249E-FA11E315E83A}"/>
          </ac:spMkLst>
        </pc:spChg>
      </pc:sldChg>
      <pc:sldChg chg="addSp delSp modSp mod setBg">
        <pc:chgData name="MANOJ PRABHAKAR" userId="a11cc0ecdd8a15be" providerId="LiveId" clId="{453EE6C8-E2DD-4EE4-A6A7-169A6EC9A313}" dt="2026-03-08T18:22:33.616" v="1701" actId="12"/>
        <pc:sldMkLst>
          <pc:docMk/>
          <pc:sldMk cId="3524732484" sldId="265"/>
        </pc:sldMkLst>
        <pc:spChg chg="add mod">
          <ac:chgData name="MANOJ PRABHAKAR" userId="a11cc0ecdd8a15be" providerId="LiveId" clId="{453EE6C8-E2DD-4EE4-A6A7-169A6EC9A313}" dt="2026-03-08T18:22:33.616" v="1701" actId="12"/>
          <ac:spMkLst>
            <pc:docMk/>
            <pc:sldMk cId="3524732484" sldId="265"/>
            <ac:spMk id="2" creationId="{149EB390-3B31-D172-056B-C5B071959F0B}"/>
          </ac:spMkLst>
        </pc:spChg>
        <pc:spChg chg="add">
          <ac:chgData name="MANOJ PRABHAKAR" userId="a11cc0ecdd8a15be" providerId="LiveId" clId="{453EE6C8-E2DD-4EE4-A6A7-169A6EC9A313}" dt="2026-03-08T18:21:01.336" v="1693"/>
          <ac:spMkLst>
            <pc:docMk/>
            <pc:sldMk cId="3524732484" sldId="265"/>
            <ac:spMk id="3" creationId="{AFFC32F6-ACCA-4DA5-92E2-A11AB23BCDFB}"/>
          </ac:spMkLst>
        </pc:spChg>
        <pc:spChg chg="add mod">
          <ac:chgData name="MANOJ PRABHAKAR" userId="a11cc0ecdd8a15be" providerId="LiveId" clId="{453EE6C8-E2DD-4EE4-A6A7-169A6EC9A313}" dt="2026-03-08T18:03:47.872" v="1662" actId="1076"/>
          <ac:spMkLst>
            <pc:docMk/>
            <pc:sldMk cId="3524732484" sldId="265"/>
            <ac:spMk id="5" creationId="{F9B8FF0E-149A-D2E7-F14A-44FE2D929250}"/>
          </ac:spMkLst>
        </pc:spChg>
        <pc:picChg chg="del">
          <ac:chgData name="MANOJ PRABHAKAR" userId="a11cc0ecdd8a15be" providerId="LiveId" clId="{453EE6C8-E2DD-4EE4-A6A7-169A6EC9A313}" dt="2026-03-08T17:59:24.789" v="1617" actId="21"/>
          <ac:picMkLst>
            <pc:docMk/>
            <pc:sldMk cId="3524732484" sldId="265"/>
            <ac:picMk id="3" creationId="{710D1990-E2E2-2F51-A9AF-E658914A0BF3}"/>
          </ac:picMkLst>
        </pc:picChg>
        <pc:picChg chg="add mod modCrop">
          <ac:chgData name="MANOJ PRABHAKAR" userId="a11cc0ecdd8a15be" providerId="LiveId" clId="{453EE6C8-E2DD-4EE4-A6A7-169A6EC9A313}" dt="2026-03-08T18:20:47.847" v="1691" actId="1076"/>
          <ac:picMkLst>
            <pc:docMk/>
            <pc:sldMk cId="3524732484" sldId="265"/>
            <ac:picMk id="4" creationId="{A5DC0DBE-297D-4DE1-1102-3ACF9F102537}"/>
          </ac:picMkLst>
        </pc:picChg>
      </pc:sldChg>
      <pc:sldChg chg="addSp delSp modSp mod ord">
        <pc:chgData name="MANOJ PRABHAKAR" userId="a11cc0ecdd8a15be" providerId="LiveId" clId="{453EE6C8-E2DD-4EE4-A6A7-169A6EC9A313}" dt="2026-03-08T18:32:03.260" v="1774"/>
        <pc:sldMkLst>
          <pc:docMk/>
          <pc:sldMk cId="212010591" sldId="266"/>
        </pc:sldMkLst>
        <pc:spChg chg="mod">
          <ac:chgData name="MANOJ PRABHAKAR" userId="a11cc0ecdd8a15be" providerId="LiveId" clId="{453EE6C8-E2DD-4EE4-A6A7-169A6EC9A313}" dt="2026-03-08T12:55:04.307" v="1167" actId="113"/>
          <ac:spMkLst>
            <pc:docMk/>
            <pc:sldMk cId="212010591" sldId="266"/>
            <ac:spMk id="2" creationId="{4F7BA86E-0679-C95D-547F-969A69A57772}"/>
          </ac:spMkLst>
        </pc:spChg>
        <pc:spChg chg="add">
          <ac:chgData name="MANOJ PRABHAKAR" userId="a11cc0ecdd8a15be" providerId="LiveId" clId="{453EE6C8-E2DD-4EE4-A6A7-169A6EC9A313}" dt="2026-03-08T13:03:57.581" v="1186"/>
          <ac:spMkLst>
            <pc:docMk/>
            <pc:sldMk cId="212010591" sldId="266"/>
            <ac:spMk id="3" creationId="{7125E139-FC5C-6DC2-F6AC-9CBBF248918D}"/>
          </ac:spMkLst>
        </pc:spChg>
        <pc:spChg chg="del mod">
          <ac:chgData name="MANOJ PRABHAKAR" userId="a11cc0ecdd8a15be" providerId="LiveId" clId="{453EE6C8-E2DD-4EE4-A6A7-169A6EC9A313}" dt="2026-03-08T13:04:02.128" v="1188"/>
          <ac:spMkLst>
            <pc:docMk/>
            <pc:sldMk cId="212010591" sldId="266"/>
            <ac:spMk id="4" creationId="{1B0A040B-3E6C-7158-D1D5-A2059D5A09C1}"/>
          </ac:spMkLst>
        </pc:spChg>
        <pc:spChg chg="add mod">
          <ac:chgData name="MANOJ PRABHAKAR" userId="a11cc0ecdd8a15be" providerId="LiveId" clId="{453EE6C8-E2DD-4EE4-A6A7-169A6EC9A313}" dt="2026-03-08T18:32:03.260" v="1774"/>
          <ac:spMkLst>
            <pc:docMk/>
            <pc:sldMk cId="212010591" sldId="266"/>
            <ac:spMk id="5" creationId="{4FD6DA15-01EF-1A06-39B5-69A30CDBD97F}"/>
          </ac:spMkLst>
        </pc:spChg>
      </pc:sldChg>
      <pc:sldChg chg="addSp delSp modSp mod modClrScheme chgLayout">
        <pc:chgData name="MANOJ PRABHAKAR" userId="a11cc0ecdd8a15be" providerId="LiveId" clId="{453EE6C8-E2DD-4EE4-A6A7-169A6EC9A313}" dt="2026-03-08T18:38:44.763" v="1808" actId="1076"/>
        <pc:sldMkLst>
          <pc:docMk/>
          <pc:sldMk cId="1653232422" sldId="267"/>
        </pc:sldMkLst>
        <pc:spChg chg="add mod">
          <ac:chgData name="MANOJ PRABHAKAR" userId="a11cc0ecdd8a15be" providerId="LiveId" clId="{453EE6C8-E2DD-4EE4-A6A7-169A6EC9A313}" dt="2026-03-08T18:33:36.772" v="1780" actId="1076"/>
          <ac:spMkLst>
            <pc:docMk/>
            <pc:sldMk cId="1653232422" sldId="267"/>
            <ac:spMk id="2" creationId="{55A3F78F-79F5-CBE0-0DD5-C1CF75670CA2}"/>
          </ac:spMkLst>
        </pc:spChg>
        <pc:spChg chg="del mod ord">
          <ac:chgData name="MANOJ PRABHAKAR" userId="a11cc0ecdd8a15be" providerId="LiveId" clId="{453EE6C8-E2DD-4EE4-A6A7-169A6EC9A313}" dt="2026-03-08T11:19:51.912" v="240" actId="700"/>
          <ac:spMkLst>
            <pc:docMk/>
            <pc:sldMk cId="1653232422" sldId="267"/>
            <ac:spMk id="2" creationId="{DF06B68E-0095-49B7-DF08-4B5DDC0BD6DE}"/>
          </ac:spMkLst>
        </pc:spChg>
        <pc:spChg chg="add">
          <ac:chgData name="MANOJ PRABHAKAR" userId="a11cc0ecdd8a15be" providerId="LiveId" clId="{453EE6C8-E2DD-4EE4-A6A7-169A6EC9A313}" dt="2026-03-08T13:05:27.939" v="1193"/>
          <ac:spMkLst>
            <pc:docMk/>
            <pc:sldMk cId="1653232422" sldId="267"/>
            <ac:spMk id="2" creationId="{E34D8392-A01B-B401-1AE5-30FBF5E0962C}"/>
          </ac:spMkLst>
        </pc:spChg>
        <pc:spChg chg="add">
          <ac:chgData name="MANOJ PRABHAKAR" userId="a11cc0ecdd8a15be" providerId="LiveId" clId="{453EE6C8-E2DD-4EE4-A6A7-169A6EC9A313}" dt="2026-03-08T13:05:31.326" v="1195"/>
          <ac:spMkLst>
            <pc:docMk/>
            <pc:sldMk cId="1653232422" sldId="267"/>
            <ac:spMk id="3" creationId="{05390406-920B-2667-2FB5-61B4994D5ECD}"/>
          </ac:spMkLst>
        </pc:spChg>
        <pc:spChg chg="add mod">
          <ac:chgData name="MANOJ PRABHAKAR" userId="a11cc0ecdd8a15be" providerId="LiveId" clId="{453EE6C8-E2DD-4EE4-A6A7-169A6EC9A313}" dt="2026-03-08T18:34:53.915" v="1786" actId="1076"/>
          <ac:spMkLst>
            <pc:docMk/>
            <pc:sldMk cId="1653232422" sldId="267"/>
            <ac:spMk id="3" creationId="{8AB3B685-33E1-200B-1911-6BE08EDE729A}"/>
          </ac:spMkLst>
        </pc:spChg>
        <pc:spChg chg="del mod ord">
          <ac:chgData name="MANOJ PRABHAKAR" userId="a11cc0ecdd8a15be" providerId="LiveId" clId="{453EE6C8-E2DD-4EE4-A6A7-169A6EC9A313}" dt="2026-03-08T11:19:51.912" v="240" actId="700"/>
          <ac:spMkLst>
            <pc:docMk/>
            <pc:sldMk cId="1653232422" sldId="267"/>
            <ac:spMk id="3" creationId="{9D899A46-EFD7-426B-3BF2-DE640A94CE2D}"/>
          </ac:spMkLst>
        </pc:spChg>
        <pc:spChg chg="add mod ord">
          <ac:chgData name="MANOJ PRABHAKAR" userId="a11cc0ecdd8a15be" providerId="LiveId" clId="{453EE6C8-E2DD-4EE4-A6A7-169A6EC9A313}" dt="2026-03-08T12:54:57.111" v="1166" actId="113"/>
          <ac:spMkLst>
            <pc:docMk/>
            <pc:sldMk cId="1653232422" sldId="267"/>
            <ac:spMk id="4" creationId="{61E9C48B-FD8D-43C1-6337-22A0FDE6F724}"/>
          </ac:spMkLst>
        </pc:spChg>
        <pc:spChg chg="add">
          <ac:chgData name="MANOJ PRABHAKAR" userId="a11cc0ecdd8a15be" providerId="LiveId" clId="{453EE6C8-E2DD-4EE4-A6A7-169A6EC9A313}" dt="2026-03-08T13:05:35.438" v="1198"/>
          <ac:spMkLst>
            <pc:docMk/>
            <pc:sldMk cId="1653232422" sldId="267"/>
            <ac:spMk id="5" creationId="{5E87785A-B35A-C47B-153B-2C497DEBBDD0}"/>
          </ac:spMkLst>
        </pc:spChg>
        <pc:spChg chg="add mod">
          <ac:chgData name="MANOJ PRABHAKAR" userId="a11cc0ecdd8a15be" providerId="LiveId" clId="{453EE6C8-E2DD-4EE4-A6A7-169A6EC9A313}" dt="2026-03-08T18:38:04.556" v="1807" actId="14100"/>
          <ac:spMkLst>
            <pc:docMk/>
            <pc:sldMk cId="1653232422" sldId="267"/>
            <ac:spMk id="5" creationId="{9F931CA0-3471-FB1C-CB48-9FAA2A0ECE60}"/>
          </ac:spMkLst>
        </pc:spChg>
        <pc:spChg chg="add del mod ord">
          <ac:chgData name="MANOJ PRABHAKAR" userId="a11cc0ecdd8a15be" providerId="LiveId" clId="{453EE6C8-E2DD-4EE4-A6A7-169A6EC9A313}" dt="2026-03-08T11:46:43.562" v="312" actId="21"/>
          <ac:spMkLst>
            <pc:docMk/>
            <pc:sldMk cId="1653232422" sldId="267"/>
            <ac:spMk id="5" creationId="{D7C7C681-2CF3-2CB8-67EB-6CD318837CB7}"/>
          </ac:spMkLst>
        </pc:spChg>
        <pc:spChg chg="add mod">
          <ac:chgData name="MANOJ PRABHAKAR" userId="a11cc0ecdd8a15be" providerId="LiveId" clId="{453EE6C8-E2DD-4EE4-A6A7-169A6EC9A313}" dt="2026-03-08T11:20:52.672" v="265"/>
          <ac:spMkLst>
            <pc:docMk/>
            <pc:sldMk cId="1653232422" sldId="267"/>
            <ac:spMk id="6" creationId="{BC15AD6D-89A0-7192-E5B2-005D0F27131D}"/>
          </ac:spMkLst>
        </pc:spChg>
        <pc:spChg chg="add">
          <ac:chgData name="MANOJ PRABHAKAR" userId="a11cc0ecdd8a15be" providerId="LiveId" clId="{453EE6C8-E2DD-4EE4-A6A7-169A6EC9A313}" dt="2026-03-08T11:20:56.023" v="267"/>
          <ac:spMkLst>
            <pc:docMk/>
            <pc:sldMk cId="1653232422" sldId="267"/>
            <ac:spMk id="7" creationId="{EE1CA177-7E42-71B4-1BED-61FEC6C3AB72}"/>
          </ac:spMkLst>
        </pc:spChg>
        <pc:spChg chg="add">
          <ac:chgData name="MANOJ PRABHAKAR" userId="a11cc0ecdd8a15be" providerId="LiveId" clId="{453EE6C8-E2DD-4EE4-A6A7-169A6EC9A313}" dt="2026-03-08T11:21:05.805" v="278"/>
          <ac:spMkLst>
            <pc:docMk/>
            <pc:sldMk cId="1653232422" sldId="267"/>
            <ac:spMk id="8" creationId="{F54B1E53-D649-59EB-2197-C4246708D301}"/>
          </ac:spMkLst>
        </pc:spChg>
        <pc:spChg chg="add del mod">
          <ac:chgData name="MANOJ PRABHAKAR" userId="a11cc0ecdd8a15be" providerId="LiveId" clId="{453EE6C8-E2DD-4EE4-A6A7-169A6EC9A313}" dt="2026-03-08T18:38:44.763" v="1808" actId="1076"/>
          <ac:spMkLst>
            <pc:docMk/>
            <pc:sldMk cId="1653232422" sldId="267"/>
            <ac:spMk id="9" creationId="{EAA37440-0B3A-4F0E-9374-226BA6877A3C}"/>
          </ac:spMkLst>
        </pc:spChg>
      </pc:sldChg>
      <pc:sldChg chg="addSp modSp new mod">
        <pc:chgData name="MANOJ PRABHAKAR" userId="a11cc0ecdd8a15be" providerId="LiveId" clId="{453EE6C8-E2DD-4EE4-A6A7-169A6EC9A313}" dt="2026-03-08T18:47:54.292" v="1942" actId="1076"/>
        <pc:sldMkLst>
          <pc:docMk/>
          <pc:sldMk cId="2760906860" sldId="268"/>
        </pc:sldMkLst>
        <pc:spChg chg="mod">
          <ac:chgData name="MANOJ PRABHAKAR" userId="a11cc0ecdd8a15be" providerId="LiveId" clId="{453EE6C8-E2DD-4EE4-A6A7-169A6EC9A313}" dt="2026-03-08T12:56:01.722" v="1177" actId="113"/>
          <ac:spMkLst>
            <pc:docMk/>
            <pc:sldMk cId="2760906860" sldId="268"/>
            <ac:spMk id="2" creationId="{99E6C22E-0EEB-EF13-78CE-5978AEA5A2AE}"/>
          </ac:spMkLst>
        </pc:spChg>
        <pc:spChg chg="mod">
          <ac:chgData name="MANOJ PRABHAKAR" userId="a11cc0ecdd8a15be" providerId="LiveId" clId="{453EE6C8-E2DD-4EE4-A6A7-169A6EC9A313}" dt="2026-03-08T10:59:20.461" v="134" actId="120"/>
          <ac:spMkLst>
            <pc:docMk/>
            <pc:sldMk cId="2760906860" sldId="268"/>
            <ac:spMk id="3" creationId="{B63E2608-FF5A-F37F-5C17-305B6A39E6F3}"/>
          </ac:spMkLst>
        </pc:spChg>
        <pc:picChg chg="add mod">
          <ac:chgData name="MANOJ PRABHAKAR" userId="a11cc0ecdd8a15be" providerId="LiveId" clId="{453EE6C8-E2DD-4EE4-A6A7-169A6EC9A313}" dt="2026-03-08T18:47:54.292" v="1942" actId="1076"/>
          <ac:picMkLst>
            <pc:docMk/>
            <pc:sldMk cId="2760906860" sldId="268"/>
            <ac:picMk id="5" creationId="{CDA4AE4B-9BE3-67EF-258F-402A3B554A76}"/>
          </ac:picMkLst>
        </pc:picChg>
      </pc:sldChg>
      <pc:sldChg chg="addSp modSp new mod">
        <pc:chgData name="MANOJ PRABHAKAR" userId="a11cc0ecdd8a15be" providerId="LiveId" clId="{453EE6C8-E2DD-4EE4-A6A7-169A6EC9A313}" dt="2026-03-09T04:52:26.158" v="2220" actId="12385"/>
        <pc:sldMkLst>
          <pc:docMk/>
          <pc:sldMk cId="2026409412" sldId="269"/>
        </pc:sldMkLst>
        <pc:spChg chg="mod">
          <ac:chgData name="MANOJ PRABHAKAR" userId="a11cc0ecdd8a15be" providerId="LiveId" clId="{453EE6C8-E2DD-4EE4-A6A7-169A6EC9A313}" dt="2026-03-08T18:41:54.473" v="1814" actId="1076"/>
          <ac:spMkLst>
            <pc:docMk/>
            <pc:sldMk cId="2026409412" sldId="269"/>
            <ac:spMk id="2" creationId="{1DC7A2B6-DA94-37B3-A0BA-09CF1F5AC50A}"/>
          </ac:spMkLst>
        </pc:spChg>
        <pc:spChg chg="mod">
          <ac:chgData name="MANOJ PRABHAKAR" userId="a11cc0ecdd8a15be" providerId="LiveId" clId="{453EE6C8-E2DD-4EE4-A6A7-169A6EC9A313}" dt="2026-03-08T18:41:39.616" v="1811" actId="1076"/>
          <ac:spMkLst>
            <pc:docMk/>
            <pc:sldMk cId="2026409412" sldId="269"/>
            <ac:spMk id="3" creationId="{3FFA1D91-33DC-B067-E06F-D178D4A2D827}"/>
          </ac:spMkLst>
        </pc:spChg>
        <pc:graphicFrameChg chg="add mod modGraphic">
          <ac:chgData name="MANOJ PRABHAKAR" userId="a11cc0ecdd8a15be" providerId="LiveId" clId="{453EE6C8-E2DD-4EE4-A6A7-169A6EC9A313}" dt="2026-03-09T04:52:26.158" v="2220" actId="12385"/>
          <ac:graphicFrameMkLst>
            <pc:docMk/>
            <pc:sldMk cId="2026409412" sldId="269"/>
            <ac:graphicFrameMk id="4" creationId="{626B7ED6-E9F5-CB1A-7203-F6284969BCEF}"/>
          </ac:graphicFrameMkLst>
        </pc:graphicFrameChg>
        <pc:picChg chg="add mod">
          <ac:chgData name="MANOJ PRABHAKAR" userId="a11cc0ecdd8a15be" providerId="LiveId" clId="{453EE6C8-E2DD-4EE4-A6A7-169A6EC9A313}" dt="2026-03-08T18:41:43.143" v="1812" actId="1076"/>
          <ac:picMkLst>
            <pc:docMk/>
            <pc:sldMk cId="2026409412" sldId="269"/>
            <ac:picMk id="5" creationId="{9D1D689C-6269-385A-AFD2-D58D2A5D2790}"/>
          </ac:picMkLst>
        </pc:picChg>
      </pc:sldChg>
      <pc:sldChg chg="addSp delSp modSp new mod modClrScheme chgLayout">
        <pc:chgData name="MANOJ PRABHAKAR" userId="a11cc0ecdd8a15be" providerId="LiveId" clId="{453EE6C8-E2DD-4EE4-A6A7-169A6EC9A313}" dt="2026-03-08T18:49:06.520" v="1944" actId="1076"/>
        <pc:sldMkLst>
          <pc:docMk/>
          <pc:sldMk cId="63831866" sldId="270"/>
        </pc:sldMkLst>
        <pc:spChg chg="add mod">
          <ac:chgData name="MANOJ PRABHAKAR" userId="a11cc0ecdd8a15be" providerId="LiveId" clId="{453EE6C8-E2DD-4EE4-A6A7-169A6EC9A313}" dt="2026-03-08T12:56:18.014" v="1180" actId="113"/>
          <ac:spMkLst>
            <pc:docMk/>
            <pc:sldMk cId="63831866" sldId="270"/>
            <ac:spMk id="2" creationId="{C6265A67-E011-9D22-D09D-1541B8B9BC14}"/>
          </ac:spMkLst>
        </pc:spChg>
        <pc:spChg chg="add mod">
          <ac:chgData name="MANOJ PRABHAKAR" userId="a11cc0ecdd8a15be" providerId="LiveId" clId="{453EE6C8-E2DD-4EE4-A6A7-169A6EC9A313}" dt="2026-03-08T18:49:06.520" v="1944" actId="1076"/>
          <ac:spMkLst>
            <pc:docMk/>
            <pc:sldMk cId="63831866" sldId="270"/>
            <ac:spMk id="3" creationId="{E682D445-D4BC-4B31-4596-BA4950F95F6E}"/>
          </ac:spMkLst>
        </pc:spChg>
        <pc:spChg chg="add del mod">
          <ac:chgData name="MANOJ PRABHAKAR" userId="a11cc0ecdd8a15be" providerId="LiveId" clId="{453EE6C8-E2DD-4EE4-A6A7-169A6EC9A313}" dt="2026-03-08T18:49:02.620" v="1943" actId="1076"/>
          <ac:spMkLst>
            <pc:docMk/>
            <pc:sldMk cId="63831866" sldId="270"/>
            <ac:spMk id="4" creationId="{61634002-2A6A-E017-FD1E-387634B013D2}"/>
          </ac:spMkLst>
        </pc:spChg>
        <pc:spChg chg="add mod">
          <ac:chgData name="MANOJ PRABHAKAR" userId="a11cc0ecdd8a15be" providerId="LiveId" clId="{453EE6C8-E2DD-4EE4-A6A7-169A6EC9A313}" dt="2026-03-08T12:04:56.381" v="561" actId="1076"/>
          <ac:spMkLst>
            <pc:docMk/>
            <pc:sldMk cId="63831866" sldId="270"/>
            <ac:spMk id="5" creationId="{7507690D-501F-8C93-5A21-7A09B15398E1}"/>
          </ac:spMkLst>
        </pc:spChg>
        <pc:picChg chg="add mod">
          <ac:chgData name="MANOJ PRABHAKAR" userId="a11cc0ecdd8a15be" providerId="LiveId" clId="{453EE6C8-E2DD-4EE4-A6A7-169A6EC9A313}" dt="2026-03-08T12:51:53.137" v="1143" actId="1076"/>
          <ac:picMkLst>
            <pc:docMk/>
            <pc:sldMk cId="63831866" sldId="270"/>
            <ac:picMk id="6" creationId="{1F7D5DA0-3DB2-854A-0C2C-37B774ABCDE2}"/>
          </ac:picMkLst>
        </pc:picChg>
      </pc:sldChg>
      <pc:sldChg chg="addSp delSp modSp new mod setBg addAnim">
        <pc:chgData name="MANOJ PRABHAKAR" userId="a11cc0ecdd8a15be" providerId="LiveId" clId="{453EE6C8-E2DD-4EE4-A6A7-169A6EC9A313}" dt="2026-03-08T18:02:50.320" v="1644" actId="1076"/>
        <pc:sldMkLst>
          <pc:docMk/>
          <pc:sldMk cId="288595116" sldId="271"/>
        </pc:sldMkLst>
        <pc:spChg chg="add mod">
          <ac:chgData name="MANOJ PRABHAKAR" userId="a11cc0ecdd8a15be" providerId="LiveId" clId="{453EE6C8-E2DD-4EE4-A6A7-169A6EC9A313}" dt="2026-03-08T18:02:50.320" v="1644" actId="1076"/>
          <ac:spMkLst>
            <pc:docMk/>
            <pc:sldMk cId="288595116" sldId="271"/>
            <ac:spMk id="2" creationId="{0BD01C0E-BAB8-F145-F52A-C794765BB8E1}"/>
          </ac:spMkLst>
        </pc:spChg>
        <pc:spChg chg="add del">
          <ac:chgData name="MANOJ PRABHAKAR" userId="a11cc0ecdd8a15be" providerId="LiveId" clId="{453EE6C8-E2DD-4EE4-A6A7-169A6EC9A313}" dt="2026-03-08T18:02:25.302" v="1632" actId="26606"/>
          <ac:spMkLst>
            <pc:docMk/>
            <pc:sldMk cId="288595116" sldId="271"/>
            <ac:spMk id="19" creationId="{4F57DB1C-6494-4CC4-A5E8-931957565379}"/>
          </ac:spMkLst>
        </pc:spChg>
        <pc:spChg chg="add del">
          <ac:chgData name="MANOJ PRABHAKAR" userId="a11cc0ecdd8a15be" providerId="LiveId" clId="{453EE6C8-E2DD-4EE4-A6A7-169A6EC9A313}" dt="2026-03-08T18:02:25.302" v="1632" actId="26606"/>
          <ac:spMkLst>
            <pc:docMk/>
            <pc:sldMk cId="288595116" sldId="271"/>
            <ac:spMk id="21" creationId="{FFFB778B-5206-4BB0-A468-327E71367654}"/>
          </ac:spMkLst>
        </pc:spChg>
        <pc:spChg chg="add del">
          <ac:chgData name="MANOJ PRABHAKAR" userId="a11cc0ecdd8a15be" providerId="LiveId" clId="{453EE6C8-E2DD-4EE4-A6A7-169A6EC9A313}" dt="2026-03-08T18:02:25.302" v="1632" actId="26606"/>
          <ac:spMkLst>
            <pc:docMk/>
            <pc:sldMk cId="288595116" sldId="271"/>
            <ac:spMk id="23" creationId="{E6C0471D-BE03-4D81-BDB5-D510BC0D8A77}"/>
          </ac:spMkLst>
        </pc:spChg>
        <pc:spChg chg="add del">
          <ac:chgData name="MANOJ PRABHAKAR" userId="a11cc0ecdd8a15be" providerId="LiveId" clId="{453EE6C8-E2DD-4EE4-A6A7-169A6EC9A313}" dt="2026-03-08T18:02:25.302" v="1632" actId="26606"/>
          <ac:spMkLst>
            <pc:docMk/>
            <pc:sldMk cId="288595116" sldId="271"/>
            <ac:spMk id="29" creationId="{A27691EB-14CF-4237-B5EB-C94B92677A05}"/>
          </ac:spMkLst>
        </pc:spChg>
        <pc:spChg chg="add del">
          <ac:chgData name="MANOJ PRABHAKAR" userId="a11cc0ecdd8a15be" providerId="LiveId" clId="{453EE6C8-E2DD-4EE4-A6A7-169A6EC9A313}" dt="2026-03-08T18:02:28.385" v="1634" actId="26606"/>
          <ac:spMkLst>
            <pc:docMk/>
            <pc:sldMk cId="288595116" sldId="271"/>
            <ac:spMk id="30" creationId="{69370F01-B8C9-4CE4-824C-92B2792E6ED0}"/>
          </ac:spMkLst>
        </pc:spChg>
        <pc:spChg chg="add del">
          <ac:chgData name="MANOJ PRABHAKAR" userId="a11cc0ecdd8a15be" providerId="LiveId" clId="{453EE6C8-E2DD-4EE4-A6A7-169A6EC9A313}" dt="2026-03-08T18:02:28.385" v="1634" actId="26606"/>
          <ac:spMkLst>
            <pc:docMk/>
            <pc:sldMk cId="288595116" sldId="271"/>
            <ac:spMk id="40" creationId="{0ADFFC45-3DC9-4433-926F-043E879D9DFC}"/>
          </ac:spMkLst>
        </pc:spChg>
        <pc:spChg chg="add del">
          <ac:chgData name="MANOJ PRABHAKAR" userId="a11cc0ecdd8a15be" providerId="LiveId" clId="{453EE6C8-E2DD-4EE4-A6A7-169A6EC9A313}" dt="2026-03-08T18:02:32.520" v="1636" actId="26606"/>
          <ac:spMkLst>
            <pc:docMk/>
            <pc:sldMk cId="288595116" sldId="271"/>
            <ac:spMk id="47" creationId="{DD6BC9EB-F181-48AB-BCA2-3D1DB20D2D87}"/>
          </ac:spMkLst>
        </pc:spChg>
        <pc:spChg chg="add del">
          <ac:chgData name="MANOJ PRABHAKAR" userId="a11cc0ecdd8a15be" providerId="LiveId" clId="{453EE6C8-E2DD-4EE4-A6A7-169A6EC9A313}" dt="2026-03-08T18:02:32.520" v="1636" actId="26606"/>
          <ac:spMkLst>
            <pc:docMk/>
            <pc:sldMk cId="288595116" sldId="271"/>
            <ac:spMk id="48" creationId="{D33AAA80-39DC-4020-9BFF-0718F35C7661}"/>
          </ac:spMkLst>
        </pc:spChg>
        <pc:spChg chg="add del">
          <ac:chgData name="MANOJ PRABHAKAR" userId="a11cc0ecdd8a15be" providerId="LiveId" clId="{453EE6C8-E2DD-4EE4-A6A7-169A6EC9A313}" dt="2026-03-08T18:02:32.520" v="1636" actId="26606"/>
          <ac:spMkLst>
            <pc:docMk/>
            <pc:sldMk cId="288595116" sldId="271"/>
            <ac:spMk id="50" creationId="{1177F295-741F-4EFF-B0CA-BE69295ADA07}"/>
          </ac:spMkLst>
        </pc:spChg>
        <pc:spChg chg="add del">
          <ac:chgData name="MANOJ PRABHAKAR" userId="a11cc0ecdd8a15be" providerId="LiveId" clId="{453EE6C8-E2DD-4EE4-A6A7-169A6EC9A313}" dt="2026-03-08T18:02:34.338" v="1638" actId="26606"/>
          <ac:spMkLst>
            <pc:docMk/>
            <pc:sldMk cId="288595116" sldId="271"/>
            <ac:spMk id="61" creationId="{2783C067-F8BF-4755-B516-8A0CD74CF60C}"/>
          </ac:spMkLst>
        </pc:spChg>
        <pc:spChg chg="add del">
          <ac:chgData name="MANOJ PRABHAKAR" userId="a11cc0ecdd8a15be" providerId="LiveId" clId="{453EE6C8-E2DD-4EE4-A6A7-169A6EC9A313}" dt="2026-03-08T18:02:34.338" v="1638" actId="26606"/>
          <ac:spMkLst>
            <pc:docMk/>
            <pc:sldMk cId="288595116" sldId="271"/>
            <ac:spMk id="62" creationId="{2ED796EC-E7FF-46DB-B912-FB08BF12AA6E}"/>
          </ac:spMkLst>
        </pc:spChg>
        <pc:spChg chg="add del">
          <ac:chgData name="MANOJ PRABHAKAR" userId="a11cc0ecdd8a15be" providerId="LiveId" clId="{453EE6C8-E2DD-4EE4-A6A7-169A6EC9A313}" dt="2026-03-08T18:02:34.338" v="1638" actId="26606"/>
          <ac:spMkLst>
            <pc:docMk/>
            <pc:sldMk cId="288595116" sldId="271"/>
            <ac:spMk id="63" creationId="{549A2DAB-B431-487D-95AD-BB0FECB49E57}"/>
          </ac:spMkLst>
        </pc:spChg>
        <pc:spChg chg="add del">
          <ac:chgData name="MANOJ PRABHAKAR" userId="a11cc0ecdd8a15be" providerId="LiveId" clId="{453EE6C8-E2DD-4EE4-A6A7-169A6EC9A313}" dt="2026-03-08T18:02:34.338" v="1638" actId="26606"/>
          <ac:spMkLst>
            <pc:docMk/>
            <pc:sldMk cId="288595116" sldId="271"/>
            <ac:spMk id="66" creationId="{0819F787-32B4-46A8-BC57-C6571BCEE243}"/>
          </ac:spMkLst>
        </pc:spChg>
        <pc:spChg chg="add del">
          <ac:chgData name="MANOJ PRABHAKAR" userId="a11cc0ecdd8a15be" providerId="LiveId" clId="{453EE6C8-E2DD-4EE4-A6A7-169A6EC9A313}" dt="2026-03-08T18:02:37.087" v="1640" actId="26606"/>
          <ac:spMkLst>
            <pc:docMk/>
            <pc:sldMk cId="288595116" sldId="271"/>
            <ac:spMk id="69" creationId="{DD6BC9EB-F181-48AB-BCA2-3D1DB20D2D87}"/>
          </ac:spMkLst>
        </pc:spChg>
        <pc:spChg chg="add del">
          <ac:chgData name="MANOJ PRABHAKAR" userId="a11cc0ecdd8a15be" providerId="LiveId" clId="{453EE6C8-E2DD-4EE4-A6A7-169A6EC9A313}" dt="2026-03-08T18:02:37.087" v="1640" actId="26606"/>
          <ac:spMkLst>
            <pc:docMk/>
            <pc:sldMk cId="288595116" sldId="271"/>
            <ac:spMk id="70" creationId="{D33AAA80-39DC-4020-9BFF-0718F35C7661}"/>
          </ac:spMkLst>
        </pc:spChg>
        <pc:spChg chg="add del">
          <ac:chgData name="MANOJ PRABHAKAR" userId="a11cc0ecdd8a15be" providerId="LiveId" clId="{453EE6C8-E2DD-4EE4-A6A7-169A6EC9A313}" dt="2026-03-08T18:02:37.087" v="1640" actId="26606"/>
          <ac:spMkLst>
            <pc:docMk/>
            <pc:sldMk cId="288595116" sldId="271"/>
            <ac:spMk id="72" creationId="{1177F295-741F-4EFF-B0CA-BE69295ADA07}"/>
          </ac:spMkLst>
        </pc:spChg>
        <pc:spChg chg="add">
          <ac:chgData name="MANOJ PRABHAKAR" userId="a11cc0ecdd8a15be" providerId="LiveId" clId="{453EE6C8-E2DD-4EE4-A6A7-169A6EC9A313}" dt="2026-03-08T18:02:37.099" v="1641" actId="26606"/>
          <ac:spMkLst>
            <pc:docMk/>
            <pc:sldMk cId="288595116" sldId="271"/>
            <ac:spMk id="83" creationId="{03D271DD-C9EA-4985-BA0C-037A88FA3040}"/>
          </ac:spMkLst>
        </pc:spChg>
        <pc:grpChg chg="add del">
          <ac:chgData name="MANOJ PRABHAKAR" userId="a11cc0ecdd8a15be" providerId="LiveId" clId="{453EE6C8-E2DD-4EE4-A6A7-169A6EC9A313}" dt="2026-03-08T18:02:25.302" v="1632" actId="26606"/>
          <ac:grpSpMkLst>
            <pc:docMk/>
            <pc:sldMk cId="288595116" sldId="271"/>
            <ac:grpSpMk id="7" creationId="{3F993C45-B237-4CD5-A232-CD2DFFF5AB1E}"/>
          </ac:grpSpMkLst>
        </pc:grpChg>
        <pc:grpChg chg="add">
          <ac:chgData name="MANOJ PRABHAKAR" userId="a11cc0ecdd8a15be" providerId="LiveId" clId="{453EE6C8-E2DD-4EE4-A6A7-169A6EC9A313}" dt="2026-03-08T18:02:37.099" v="1641" actId="26606"/>
          <ac:grpSpMkLst>
            <pc:docMk/>
            <pc:sldMk cId="288595116" sldId="271"/>
            <ac:grpSpMk id="9" creationId="{E0BF35CA-8AA0-428F-ABED-5B77A6C39154}"/>
          </ac:grpSpMkLst>
        </pc:grpChg>
        <pc:grpChg chg="add del">
          <ac:chgData name="MANOJ PRABHAKAR" userId="a11cc0ecdd8a15be" providerId="LiveId" clId="{453EE6C8-E2DD-4EE4-A6A7-169A6EC9A313}" dt="2026-03-08T18:02:28.385" v="1634" actId="26606"/>
          <ac:grpSpMkLst>
            <pc:docMk/>
            <pc:sldMk cId="288595116" sldId="271"/>
            <ac:grpSpMk id="31" creationId="{3F993C45-B237-4CD5-A232-CD2DFFF5AB1E}"/>
          </ac:grpSpMkLst>
        </pc:grpChg>
        <pc:grpChg chg="add del">
          <ac:chgData name="MANOJ PRABHAKAR" userId="a11cc0ecdd8a15be" providerId="LiveId" clId="{453EE6C8-E2DD-4EE4-A6A7-169A6EC9A313}" dt="2026-03-08T18:02:28.385" v="1634" actId="26606"/>
          <ac:grpSpMkLst>
            <pc:docMk/>
            <pc:sldMk cId="288595116" sldId="271"/>
            <ac:grpSpMk id="41" creationId="{B5F26A87-0610-435F-AA13-BD658385C9D9}"/>
          </ac:grpSpMkLst>
        </pc:grpChg>
        <pc:grpChg chg="add del">
          <ac:chgData name="MANOJ PRABHAKAR" userId="a11cc0ecdd8a15be" providerId="LiveId" clId="{453EE6C8-E2DD-4EE4-A6A7-169A6EC9A313}" dt="2026-03-08T18:02:32.520" v="1636" actId="26606"/>
          <ac:grpSpMkLst>
            <pc:docMk/>
            <pc:sldMk cId="288595116" sldId="271"/>
            <ac:grpSpMk id="46" creationId="{3F993C45-B237-4CD5-A232-CD2DFFF5AB1E}"/>
          </ac:grpSpMkLst>
        </pc:grpChg>
        <pc:grpChg chg="add del">
          <ac:chgData name="MANOJ PRABHAKAR" userId="a11cc0ecdd8a15be" providerId="LiveId" clId="{453EE6C8-E2DD-4EE4-A6A7-169A6EC9A313}" dt="2026-03-08T18:02:34.338" v="1638" actId="26606"/>
          <ac:grpSpMkLst>
            <pc:docMk/>
            <pc:sldMk cId="288595116" sldId="271"/>
            <ac:grpSpMk id="52" creationId="{3F993C45-B237-4CD5-A232-CD2DFFF5AB1E}"/>
          </ac:grpSpMkLst>
        </pc:grpChg>
        <pc:grpChg chg="add del">
          <ac:chgData name="MANOJ PRABHAKAR" userId="a11cc0ecdd8a15be" providerId="LiveId" clId="{453EE6C8-E2DD-4EE4-A6A7-169A6EC9A313}" dt="2026-03-08T18:02:37.087" v="1640" actId="26606"/>
          <ac:grpSpMkLst>
            <pc:docMk/>
            <pc:sldMk cId="288595116" sldId="271"/>
            <ac:grpSpMk id="68" creationId="{3F993C45-B237-4CD5-A232-CD2DFFF5AB1E}"/>
          </ac:grpSpMkLst>
        </pc:grpChg>
        <pc:picChg chg="add">
          <ac:chgData name="MANOJ PRABHAKAR" userId="a11cc0ecdd8a15be" providerId="LiveId" clId="{453EE6C8-E2DD-4EE4-A6A7-169A6EC9A313}" dt="2026-03-08T18:02:37.099" v="1641" actId="26606"/>
          <ac:picMkLst>
            <pc:docMk/>
            <pc:sldMk cId="288595116" sldId="271"/>
            <ac:picMk id="6" creationId="{18C1B319-210F-ED4F-E8F5-D7081A9C0069}"/>
          </ac:picMkLst>
        </pc:picChg>
        <pc:cxnChg chg="add del">
          <ac:chgData name="MANOJ PRABHAKAR" userId="a11cc0ecdd8a15be" providerId="LiveId" clId="{453EE6C8-E2DD-4EE4-A6A7-169A6EC9A313}" dt="2026-03-08T18:02:25.302" v="1632" actId="26606"/>
          <ac:cxnSpMkLst>
            <pc:docMk/>
            <pc:sldMk cId="288595116" sldId="271"/>
            <ac:cxnSpMk id="25" creationId="{22721A85-1EA4-4D87-97AB-0BB4AB78F92D}"/>
          </ac:cxnSpMkLst>
        </pc:cxnChg>
        <pc:cxnChg chg="add del">
          <ac:chgData name="MANOJ PRABHAKAR" userId="a11cc0ecdd8a15be" providerId="LiveId" clId="{453EE6C8-E2DD-4EE4-A6A7-169A6EC9A313}" dt="2026-03-08T18:02:25.302" v="1632" actId="26606"/>
          <ac:cxnSpMkLst>
            <pc:docMk/>
            <pc:sldMk cId="288595116" sldId="271"/>
            <ac:cxnSpMk id="27" creationId="{E5E836EB-03CD-4BA5-A751-21D2ACC28303}"/>
          </ac:cxnSpMkLst>
        </pc:cxnChg>
        <pc:cxnChg chg="add del">
          <ac:chgData name="MANOJ PRABHAKAR" userId="a11cc0ecdd8a15be" providerId="LiveId" clId="{453EE6C8-E2DD-4EE4-A6A7-169A6EC9A313}" dt="2026-03-08T18:02:32.520" v="1636" actId="26606"/>
          <ac:cxnSpMkLst>
            <pc:docMk/>
            <pc:sldMk cId="288595116" sldId="271"/>
            <ac:cxnSpMk id="49" creationId="{C9C5D90B-7EE3-4D26-AB7D-A5A3A6E11203}"/>
          </ac:cxnSpMkLst>
        </pc:cxnChg>
        <pc:cxnChg chg="add del">
          <ac:chgData name="MANOJ PRABHAKAR" userId="a11cc0ecdd8a15be" providerId="LiveId" clId="{453EE6C8-E2DD-4EE4-A6A7-169A6EC9A313}" dt="2026-03-08T18:02:34.338" v="1638" actId="26606"/>
          <ac:cxnSpMkLst>
            <pc:docMk/>
            <pc:sldMk cId="288595116" sldId="271"/>
            <ac:cxnSpMk id="64" creationId="{C5ECDEE1-7093-418F-9CF5-24EEB115C1C1}"/>
          </ac:cxnSpMkLst>
        </pc:cxnChg>
        <pc:cxnChg chg="add del">
          <ac:chgData name="MANOJ PRABHAKAR" userId="a11cc0ecdd8a15be" providerId="LiveId" clId="{453EE6C8-E2DD-4EE4-A6A7-169A6EC9A313}" dt="2026-03-08T18:02:34.338" v="1638" actId="26606"/>
          <ac:cxnSpMkLst>
            <pc:docMk/>
            <pc:sldMk cId="288595116" sldId="271"/>
            <ac:cxnSpMk id="65" creationId="{045062AF-EB11-4651-BC4A-4DA21768DE8E}"/>
          </ac:cxnSpMkLst>
        </pc:cxnChg>
        <pc:cxnChg chg="add del">
          <ac:chgData name="MANOJ PRABHAKAR" userId="a11cc0ecdd8a15be" providerId="LiveId" clId="{453EE6C8-E2DD-4EE4-A6A7-169A6EC9A313}" dt="2026-03-08T18:02:37.087" v="1640" actId="26606"/>
          <ac:cxnSpMkLst>
            <pc:docMk/>
            <pc:sldMk cId="288595116" sldId="271"/>
            <ac:cxnSpMk id="71" creationId="{C9C5D90B-7EE3-4D26-AB7D-A5A3A6E11203}"/>
          </ac:cxnSpMkLst>
        </pc:cxnChg>
      </pc:sldChg>
      <pc:sldChg chg="addSp delSp modSp new mod modClrScheme chgLayout">
        <pc:chgData name="MANOJ PRABHAKAR" userId="a11cc0ecdd8a15be" providerId="LiveId" clId="{453EE6C8-E2DD-4EE4-A6A7-169A6EC9A313}" dt="2026-03-08T17:51:50.966" v="1568" actId="14100"/>
        <pc:sldMkLst>
          <pc:docMk/>
          <pc:sldMk cId="3370924651" sldId="272"/>
        </pc:sldMkLst>
        <pc:spChg chg="del">
          <ac:chgData name="MANOJ PRABHAKAR" userId="a11cc0ecdd8a15be" providerId="LiveId" clId="{453EE6C8-E2DD-4EE4-A6A7-169A6EC9A313}" dt="2026-03-08T17:46:51.044" v="1484" actId="700"/>
          <ac:spMkLst>
            <pc:docMk/>
            <pc:sldMk cId="3370924651" sldId="272"/>
            <ac:spMk id="2" creationId="{CFE09942-BC71-75CE-CBC6-82096AC9D03D}"/>
          </ac:spMkLst>
        </pc:spChg>
        <pc:spChg chg="del">
          <ac:chgData name="MANOJ PRABHAKAR" userId="a11cc0ecdd8a15be" providerId="LiveId" clId="{453EE6C8-E2DD-4EE4-A6A7-169A6EC9A313}" dt="2026-03-08T17:46:51.044" v="1484" actId="700"/>
          <ac:spMkLst>
            <pc:docMk/>
            <pc:sldMk cId="3370924651" sldId="272"/>
            <ac:spMk id="3" creationId="{50B0C626-F74F-BF91-0A68-1DC6D719B19B}"/>
          </ac:spMkLst>
        </pc:spChg>
        <pc:spChg chg="add mod">
          <ac:chgData name="MANOJ PRABHAKAR" userId="a11cc0ecdd8a15be" providerId="LiveId" clId="{453EE6C8-E2DD-4EE4-A6A7-169A6EC9A313}" dt="2026-03-08T17:49:15.150" v="1552" actId="20577"/>
          <ac:spMkLst>
            <pc:docMk/>
            <pc:sldMk cId="3370924651" sldId="272"/>
            <ac:spMk id="6" creationId="{34320B23-C2BD-6E27-60AC-52852D728276}"/>
          </ac:spMkLst>
        </pc:spChg>
        <pc:picChg chg="add mod modCrop">
          <ac:chgData name="MANOJ PRABHAKAR" userId="a11cc0ecdd8a15be" providerId="LiveId" clId="{453EE6C8-E2DD-4EE4-A6A7-169A6EC9A313}" dt="2026-03-08T17:48:49.849" v="1527" actId="1076"/>
          <ac:picMkLst>
            <pc:docMk/>
            <pc:sldMk cId="3370924651" sldId="272"/>
            <ac:picMk id="5" creationId="{92CD520B-0671-5B20-7F67-734C72B2112D}"/>
          </ac:picMkLst>
        </pc:picChg>
        <pc:picChg chg="add mod modCrop">
          <ac:chgData name="MANOJ PRABHAKAR" userId="a11cc0ecdd8a15be" providerId="LiveId" clId="{453EE6C8-E2DD-4EE4-A6A7-169A6EC9A313}" dt="2026-03-08T17:51:50.966" v="1568" actId="14100"/>
          <ac:picMkLst>
            <pc:docMk/>
            <pc:sldMk cId="3370924651" sldId="272"/>
            <ac:picMk id="8" creationId="{FD273013-1674-A2B6-3D58-ED97DBC59870}"/>
          </ac:picMkLst>
        </pc:picChg>
      </pc:sldChg>
      <pc:sldChg chg="addSp delSp modSp new mod">
        <pc:chgData name="MANOJ PRABHAKAR" userId="a11cc0ecdd8a15be" providerId="LiveId" clId="{453EE6C8-E2DD-4EE4-A6A7-169A6EC9A313}" dt="2026-03-08T18:06:43.682" v="1673" actId="1076"/>
        <pc:sldMkLst>
          <pc:docMk/>
          <pc:sldMk cId="1591654545" sldId="273"/>
        </pc:sldMkLst>
        <pc:spChg chg="add mod">
          <ac:chgData name="MANOJ PRABHAKAR" userId="a11cc0ecdd8a15be" providerId="LiveId" clId="{453EE6C8-E2DD-4EE4-A6A7-169A6EC9A313}" dt="2026-03-08T18:06:38" v="1671" actId="1076"/>
          <ac:spMkLst>
            <pc:docMk/>
            <pc:sldMk cId="1591654545" sldId="273"/>
            <ac:spMk id="2" creationId="{1A5795C2-C590-16A2-48D9-09491CA9DED4}"/>
          </ac:spMkLst>
        </pc:spChg>
        <pc:picChg chg="add mod modCrop">
          <ac:chgData name="MANOJ PRABHAKAR" userId="a11cc0ecdd8a15be" providerId="LiveId" clId="{453EE6C8-E2DD-4EE4-A6A7-169A6EC9A313}" dt="2026-03-08T18:06:40.992" v="1672" actId="1076"/>
          <ac:picMkLst>
            <pc:docMk/>
            <pc:sldMk cId="1591654545" sldId="273"/>
            <ac:picMk id="4" creationId="{00114857-4E31-0D80-05CA-EABE836A614E}"/>
          </ac:picMkLst>
        </pc:picChg>
        <pc:picChg chg="add del mod">
          <ac:chgData name="MANOJ PRABHAKAR" userId="a11cc0ecdd8a15be" providerId="LiveId" clId="{453EE6C8-E2DD-4EE4-A6A7-169A6EC9A313}" dt="2026-03-08T17:57:38.825" v="1611" actId="21"/>
          <ac:picMkLst>
            <pc:docMk/>
            <pc:sldMk cId="1591654545" sldId="273"/>
            <ac:picMk id="6" creationId="{367B2960-ABBE-F9B7-E293-A78ED0D9901A}"/>
          </ac:picMkLst>
        </pc:picChg>
        <pc:picChg chg="add mod">
          <ac:chgData name="MANOJ PRABHAKAR" userId="a11cc0ecdd8a15be" providerId="LiveId" clId="{453EE6C8-E2DD-4EE4-A6A7-169A6EC9A313}" dt="2026-03-08T18:06:43.682" v="1673" actId="1076"/>
          <ac:picMkLst>
            <pc:docMk/>
            <pc:sldMk cId="1591654545" sldId="273"/>
            <ac:picMk id="8" creationId="{8078247E-0445-E069-9219-629316FD49CA}"/>
          </ac:picMkLst>
        </pc:picChg>
      </pc:sldChg>
      <pc:sldChg chg="addSp delSp modSp new mod">
        <pc:chgData name="MANOJ PRABHAKAR" userId="a11cc0ecdd8a15be" providerId="LiveId" clId="{453EE6C8-E2DD-4EE4-A6A7-169A6EC9A313}" dt="2026-03-09T04:54:45.281" v="2224" actId="113"/>
        <pc:sldMkLst>
          <pc:docMk/>
          <pc:sldMk cId="3742528598" sldId="274"/>
        </pc:sldMkLst>
        <pc:spChg chg="mod">
          <ac:chgData name="MANOJ PRABHAKAR" userId="a11cc0ecdd8a15be" providerId="LiveId" clId="{453EE6C8-E2DD-4EE4-A6A7-169A6EC9A313}" dt="2026-03-08T18:29:53.149" v="1753" actId="1076"/>
          <ac:spMkLst>
            <pc:docMk/>
            <pc:sldMk cId="3742528598" sldId="274"/>
            <ac:spMk id="2" creationId="{2A52AA41-C8E5-BA59-734F-F7704D5CAD7C}"/>
          </ac:spMkLst>
        </pc:spChg>
        <pc:spChg chg="mod">
          <ac:chgData name="MANOJ PRABHAKAR" userId="a11cc0ecdd8a15be" providerId="LiveId" clId="{453EE6C8-E2DD-4EE4-A6A7-169A6EC9A313}" dt="2026-03-08T18:29:44.820" v="1751" actId="1076"/>
          <ac:spMkLst>
            <pc:docMk/>
            <pc:sldMk cId="3742528598" sldId="274"/>
            <ac:spMk id="3" creationId="{5319552C-E379-24BD-C73E-D794949B0A0D}"/>
          </ac:spMkLst>
        </pc:spChg>
        <pc:spChg chg="add del mod">
          <ac:chgData name="MANOJ PRABHAKAR" userId="a11cc0ecdd8a15be" providerId="LiveId" clId="{453EE6C8-E2DD-4EE4-A6A7-169A6EC9A313}" dt="2026-03-08T18:28:07.489" v="1738" actId="22"/>
          <ac:spMkLst>
            <pc:docMk/>
            <pc:sldMk cId="3742528598" sldId="274"/>
            <ac:spMk id="5" creationId="{16030334-B49E-369B-901D-89F7B4BF46B7}"/>
          </ac:spMkLst>
        </pc:spChg>
        <pc:spChg chg="add mod">
          <ac:chgData name="MANOJ PRABHAKAR" userId="a11cc0ecdd8a15be" providerId="LiveId" clId="{453EE6C8-E2DD-4EE4-A6A7-169A6EC9A313}" dt="2026-03-09T04:54:45.281" v="2224" actId="113"/>
          <ac:spMkLst>
            <pc:docMk/>
            <pc:sldMk cId="3742528598" sldId="274"/>
            <ac:spMk id="6" creationId="{6290990E-FFBB-97E8-4CDA-644DB93ECD66}"/>
          </ac:spMkLst>
        </pc:spChg>
      </pc:sldChg>
      <pc:sldChg chg="addSp delSp modSp new mod">
        <pc:chgData name="MANOJ PRABHAKAR" userId="a11cc0ecdd8a15be" providerId="LiveId" clId="{453EE6C8-E2DD-4EE4-A6A7-169A6EC9A313}" dt="2026-03-09T04:40:23.187" v="2008" actId="313"/>
        <pc:sldMkLst>
          <pc:docMk/>
          <pc:sldMk cId="2156171802" sldId="275"/>
        </pc:sldMkLst>
        <pc:spChg chg="mod">
          <ac:chgData name="MANOJ PRABHAKAR" userId="a11cc0ecdd8a15be" providerId="LiveId" clId="{453EE6C8-E2DD-4EE4-A6A7-169A6EC9A313}" dt="2026-03-09T04:36:45.421" v="1988" actId="1076"/>
          <ac:spMkLst>
            <pc:docMk/>
            <pc:sldMk cId="2156171802" sldId="275"/>
            <ac:spMk id="2" creationId="{D48D21BD-C6B0-8D35-5A53-05B9D61EF4E5}"/>
          </ac:spMkLst>
        </pc:spChg>
        <pc:spChg chg="add del mod">
          <ac:chgData name="MANOJ PRABHAKAR" userId="a11cc0ecdd8a15be" providerId="LiveId" clId="{453EE6C8-E2DD-4EE4-A6A7-169A6EC9A313}" dt="2026-03-09T04:40:23.187" v="2008" actId="313"/>
          <ac:spMkLst>
            <pc:docMk/>
            <pc:sldMk cId="2156171802" sldId="275"/>
            <ac:spMk id="3" creationId="{E7280B05-94FB-4FF9-BF97-910AD186464A}"/>
          </ac:spMkLst>
        </pc:spChg>
        <pc:spChg chg="add del mod">
          <ac:chgData name="MANOJ PRABHAKAR" userId="a11cc0ecdd8a15be" providerId="LiveId" clId="{453EE6C8-E2DD-4EE4-A6A7-169A6EC9A313}" dt="2026-03-09T04:36:22.117" v="1986" actId="21"/>
          <ac:spMkLst>
            <pc:docMk/>
            <pc:sldMk cId="2156171802" sldId="275"/>
            <ac:spMk id="4" creationId="{33167B76-03B2-E909-6715-B1F283655EBE}"/>
          </ac:spMkLst>
        </pc:spChg>
        <pc:picChg chg="add mod">
          <ac:chgData name="MANOJ PRABHAKAR" userId="a11cc0ecdd8a15be" providerId="LiveId" clId="{453EE6C8-E2DD-4EE4-A6A7-169A6EC9A313}" dt="2026-03-09T04:36:15.010" v="1973" actId="1076"/>
          <ac:picMkLst>
            <pc:docMk/>
            <pc:sldMk cId="2156171802" sldId="275"/>
            <ac:picMk id="5" creationId="{03E93FB1-2C71-362A-2AA6-7218EF1A46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9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6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3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7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7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23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9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6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5015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963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0341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02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238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6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88D7-348D-4E77-817F-4F15D58EEDE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27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8127-0764-EC79-7742-38D9D45A6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b="1" dirty="0"/>
              <a:t>Startup Profit Prediction and Analysis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2B4A4-928E-F736-0524-285E75BBE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336" y="4514445"/>
            <a:ext cx="4299666" cy="991409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600" dirty="0"/>
              <a:t>Name: S.Manoj Prabhakar</a:t>
            </a:r>
          </a:p>
          <a:p>
            <a:pPr algn="l">
              <a:lnSpc>
                <a:spcPct val="90000"/>
              </a:lnSpc>
            </a:pPr>
            <a:r>
              <a:rPr lang="en-US" sz="1600" dirty="0"/>
              <a:t>Course: CDA</a:t>
            </a:r>
          </a:p>
          <a:p>
            <a:pPr algn="l">
              <a:lnSpc>
                <a:spcPct val="90000"/>
              </a:lnSpc>
            </a:pPr>
            <a:r>
              <a:rPr lang="en-US" sz="1600" dirty="0"/>
              <a:t>Project-ID: PRDA – 01 Profit Analysis</a:t>
            </a:r>
            <a:endParaRPr lang="en-IN" sz="1600" dirty="0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84F09596-2EBC-A3A9-3C88-C3DFBA5B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40" r="-1" b="6288"/>
          <a:stretch>
            <a:fillRect/>
          </a:stretch>
        </p:blipFill>
        <p:spPr>
          <a:xfrm>
            <a:off x="888604" y="2373865"/>
            <a:ext cx="3765692" cy="211823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1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24D5F1-E168-12C7-D294-7A5D1A6F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69" y="283572"/>
            <a:ext cx="8926286" cy="93754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8EA8121-33D9-4C78-DC38-E79B86555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0980"/>
            <a:ext cx="7404847" cy="289603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Startups invest in  </a:t>
            </a:r>
            <a:r>
              <a:rPr lang="en-US" b="1" dirty="0"/>
              <a:t>R&amp;D, Marketing, and Administration.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These investments directly influence </a:t>
            </a:r>
            <a:r>
              <a:rPr lang="en-US" b="1" dirty="0"/>
              <a:t>profitability.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This project analyzes startup data and </a:t>
            </a:r>
            <a:r>
              <a:rPr lang="en-US" b="1" dirty="0"/>
              <a:t>predicts profit using machine learning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38CC17D0-56AF-FD63-5E86-71A355266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5440" y="392698"/>
            <a:ext cx="1053127" cy="82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3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6A8A-59A8-F939-E0FB-B8456FB64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377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FA4C-3B53-5EFF-830E-635136942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15" y="2412459"/>
            <a:ext cx="8226574" cy="1662155"/>
          </a:xfrm>
        </p:spPr>
        <p:txBody>
          <a:bodyPr>
            <a:normAutofit/>
          </a:bodyPr>
          <a:lstStyle/>
          <a:p>
            <a:r>
              <a:rPr lang="en-US" dirty="0"/>
              <a:t>Many startups do not know which type of investment generates the highest profit.</a:t>
            </a:r>
          </a:p>
          <a:p>
            <a:r>
              <a:rPr lang="en-US" dirty="0"/>
              <a:t>This project analyzes spending patterns and predicts startup profit using data analysis.</a:t>
            </a:r>
          </a:p>
        </p:txBody>
      </p:sp>
      <p:pic>
        <p:nvPicPr>
          <p:cNvPr id="13" name="Graphic 12" descr="Warning with solid fill">
            <a:extLst>
              <a:ext uri="{FF2B5EF4-FFF2-40B4-BE49-F238E27FC236}">
                <a16:creationId xmlns:a16="http://schemas.microsoft.com/office/drawing/2014/main" id="{81828CC1-2E0F-7710-8A0E-42356917F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8857" y="443026"/>
            <a:ext cx="820366" cy="67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4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21BD-C6B0-8D35-5A53-05B9D61EF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608" y="215810"/>
            <a:ext cx="7766936" cy="1646302"/>
          </a:xfrm>
        </p:spPr>
        <p:txBody>
          <a:bodyPr/>
          <a:lstStyle/>
          <a:p>
            <a:pPr algn="ctr"/>
            <a:r>
              <a:rPr lang="en-US" b="1" dirty="0"/>
              <a:t>Objective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80B05-94FB-4FF9-BF97-910AD186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532" y="1998297"/>
            <a:ext cx="7766936" cy="1912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Analyse the startup dataset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Identify factors affecting profit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Build a machine learning prediction model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Visualize insights using a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17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FAF4-AAFE-DBD7-4EC8-5E3F46E48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920" y="170565"/>
            <a:ext cx="8199120" cy="1085816"/>
          </a:xfrm>
        </p:spPr>
        <p:txBody>
          <a:bodyPr/>
          <a:lstStyle/>
          <a:p>
            <a:pPr algn="ctr"/>
            <a:r>
              <a:rPr lang="en-IN" b="1" dirty="0"/>
              <a:t>Dataset Description</a:t>
            </a:r>
          </a:p>
        </p:txBody>
      </p:sp>
      <p:pic>
        <p:nvPicPr>
          <p:cNvPr id="10" name="Graphic 9" descr="Database with solid fill">
            <a:extLst>
              <a:ext uri="{FF2B5EF4-FFF2-40B4-BE49-F238E27FC236}">
                <a16:creationId xmlns:a16="http://schemas.microsoft.com/office/drawing/2014/main" id="{D5472989-8E86-32F4-B8D9-35FB54B1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3898" y="432884"/>
            <a:ext cx="914400" cy="82685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8224AD-AC18-4C6F-97A5-4A46DE068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83245"/>
              </p:ext>
            </p:extLst>
          </p:nvPr>
        </p:nvGraphicFramePr>
        <p:xfrm>
          <a:off x="1370520" y="2278865"/>
          <a:ext cx="8128000" cy="2788054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491900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67746205"/>
                    </a:ext>
                  </a:extLst>
                </a:gridCol>
              </a:tblGrid>
              <a:tr h="4593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084367"/>
                  </a:ext>
                </a:extLst>
              </a:tr>
              <a:tr h="465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R&amp;D Spend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Research &amp; Development investment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185577"/>
                  </a:ext>
                </a:extLst>
              </a:tr>
              <a:tr h="465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Administration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Administrative expenses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93204"/>
                  </a:ext>
                </a:extLst>
              </a:tr>
              <a:tr h="465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Marketing Spend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Marketing investment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636652"/>
                  </a:ext>
                </a:extLst>
              </a:tr>
              <a:tr h="465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Startup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814314"/>
                  </a:ext>
                </a:extLst>
              </a:tr>
              <a:tr h="465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Profit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variable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08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785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5A67-E011-9D22-D09D-1541B8B9B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507" y="331894"/>
            <a:ext cx="7766936" cy="927946"/>
          </a:xfrm>
        </p:spPr>
        <p:txBody>
          <a:bodyPr/>
          <a:lstStyle/>
          <a:p>
            <a:pPr algn="ctr"/>
            <a:r>
              <a:rPr lang="en-IN" b="1" dirty="0"/>
              <a:t>Tools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2D445-D4BC-4B31-4596-BA4950F95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8507" y="1928907"/>
            <a:ext cx="3511973" cy="561807"/>
          </a:xfrm>
        </p:spPr>
        <p:txBody>
          <a:bodyPr>
            <a:noAutofit/>
          </a:bodyPr>
          <a:lstStyle/>
          <a:p>
            <a:pPr algn="l"/>
            <a:r>
              <a:rPr lang="en-IN" sz="1900" b="1" dirty="0"/>
              <a:t>Tools and technologies: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34002-2A6A-E017-FD1E-387634B013D2}"/>
              </a:ext>
            </a:extLst>
          </p:cNvPr>
          <p:cNvSpPr txBox="1"/>
          <p:nvPr/>
        </p:nvSpPr>
        <p:spPr>
          <a:xfrm>
            <a:off x="3702391" y="2578262"/>
            <a:ext cx="2572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My </a:t>
            </a:r>
            <a:r>
              <a:rPr lang="en-US" dirty="0" err="1"/>
              <a:t>sql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Python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Pandas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Scikit-Learn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Power BI</a:t>
            </a:r>
          </a:p>
        </p:txBody>
      </p:sp>
      <p:pic>
        <p:nvPicPr>
          <p:cNvPr id="6" name="Graphic 5" descr="Gears with solid fill">
            <a:extLst>
              <a:ext uri="{FF2B5EF4-FFF2-40B4-BE49-F238E27FC236}">
                <a16:creationId xmlns:a16="http://schemas.microsoft.com/office/drawing/2014/main" id="{1F7D5DA0-3DB2-854A-0C2C-37B774ABC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8987" y="458152"/>
            <a:ext cx="914400" cy="8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5866-C90A-F0D2-B120-AE3622F2C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622" y="287051"/>
            <a:ext cx="8596668" cy="854780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33F5D-8646-3BA2-D03B-6FF969211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775" y="1361871"/>
            <a:ext cx="1588345" cy="3551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Steps: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IN" sz="1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F9C7A1-D92C-73F9-ACB4-2628CDAF8601}"/>
              </a:ext>
            </a:extLst>
          </p:cNvPr>
          <p:cNvSpPr txBox="1"/>
          <p:nvPr/>
        </p:nvSpPr>
        <p:spPr>
          <a:xfrm>
            <a:off x="1473200" y="1819116"/>
            <a:ext cx="48201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Loaded dataset using </a:t>
            </a:r>
            <a:r>
              <a:rPr lang="en-US" b="1" dirty="0"/>
              <a:t>Python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Checked for missing values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Verified zero values in R&amp;D and Marketing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Split data into </a:t>
            </a:r>
            <a:r>
              <a:rPr lang="en-US" b="1" dirty="0"/>
              <a:t>training and testing sets</a:t>
            </a:r>
            <a:endParaRPr lang="en-US" dirty="0"/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A8214-3088-B99E-82E9-95132BB80C52}"/>
              </a:ext>
            </a:extLst>
          </p:cNvPr>
          <p:cNvSpPr txBox="1"/>
          <p:nvPr/>
        </p:nvSpPr>
        <p:spPr>
          <a:xfrm>
            <a:off x="1174020" y="3398520"/>
            <a:ext cx="177805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/>
              <a:t>Code Snippet:</a:t>
            </a:r>
            <a:endParaRPr lang="en-IN" sz="1900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4D2EED-8979-1260-0731-C456A916F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31"/>
          <a:stretch>
            <a:fillRect/>
          </a:stretch>
        </p:blipFill>
        <p:spPr>
          <a:xfrm>
            <a:off x="1022775" y="3957841"/>
            <a:ext cx="8461693" cy="2316002"/>
          </a:xfrm>
          <a:prstGeom prst="rect">
            <a:avLst/>
          </a:prstGeom>
        </p:spPr>
      </p:pic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9C94332C-7EDF-61A2-0549-FE4CF1971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8375" y="1849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26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CD520B-0671-5B20-7F67-734C72B21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30"/>
          <a:stretch>
            <a:fillRect/>
          </a:stretch>
        </p:blipFill>
        <p:spPr>
          <a:xfrm>
            <a:off x="822003" y="994787"/>
            <a:ext cx="8744028" cy="2270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20B23-C2BD-6E27-60AC-52852D728276}"/>
              </a:ext>
            </a:extLst>
          </p:cNvPr>
          <p:cNvSpPr txBox="1"/>
          <p:nvPr/>
        </p:nvSpPr>
        <p:spPr>
          <a:xfrm>
            <a:off x="944545" y="532563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Snippet:</a:t>
            </a:r>
            <a:endParaRPr lang="en-IN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273013-1674-A2B6-3D58-ED97DBC5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45"/>
          <a:stretch>
            <a:fillRect/>
          </a:stretch>
        </p:blipFill>
        <p:spPr>
          <a:xfrm>
            <a:off x="822003" y="3429001"/>
            <a:ext cx="8744028" cy="23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2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795C2-C590-16A2-48D9-09491CA9DED4}"/>
              </a:ext>
            </a:extLst>
          </p:cNvPr>
          <p:cNvSpPr txBox="1"/>
          <p:nvPr/>
        </p:nvSpPr>
        <p:spPr>
          <a:xfrm>
            <a:off x="983029" y="438665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Snippet:</a:t>
            </a:r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114857-4E31-0D80-05CA-EABE836A6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8"/>
          <a:stretch>
            <a:fillRect/>
          </a:stretch>
        </p:blipFill>
        <p:spPr>
          <a:xfrm>
            <a:off x="983029" y="946609"/>
            <a:ext cx="8320034" cy="3034602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078247E-0445-E069-9219-629316FD4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29" y="4119823"/>
            <a:ext cx="8394435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5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A714-691D-7C0D-9B61-1B0653BEA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78146"/>
            <a:ext cx="7766936" cy="1096899"/>
          </a:xfrm>
        </p:spPr>
        <p:txBody>
          <a:bodyPr/>
          <a:lstStyle/>
          <a:p>
            <a:pPr algn="ctr"/>
            <a:r>
              <a:rPr lang="en-IN" b="1" dirty="0"/>
              <a:t>Model Building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0E1B8-3FA4-B6D7-F00D-6F7954368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999035"/>
            <a:ext cx="4601183" cy="957525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Model Used:</a:t>
            </a:r>
          </a:p>
          <a:p>
            <a:pPr algn="l"/>
            <a:r>
              <a:rPr lang="en-IN" dirty="0"/>
              <a:t>Linear Regression</a:t>
            </a:r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5A9859-EA27-65E1-8ED7-27D473A23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01" y="3608235"/>
            <a:ext cx="8275399" cy="1673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5555DC-4198-4276-9987-9FB095BA451F}"/>
              </a:ext>
            </a:extLst>
          </p:cNvPr>
          <p:cNvSpPr txBox="1"/>
          <p:nvPr/>
        </p:nvSpPr>
        <p:spPr>
          <a:xfrm>
            <a:off x="1507067" y="3107641"/>
            <a:ext cx="225552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/>
              <a:t>Code Snippet: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878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C22E-0EEB-EF13-78CE-5978AEA5A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987" y="63966"/>
            <a:ext cx="7766936" cy="1256834"/>
          </a:xfrm>
        </p:spPr>
        <p:txBody>
          <a:bodyPr/>
          <a:lstStyle/>
          <a:p>
            <a:pPr algn="ctr"/>
            <a:r>
              <a:rPr lang="en-IN" b="1" dirty="0"/>
              <a:t>Model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E2608-FF5A-F37F-5C17-305B6A39E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986" y="2225041"/>
            <a:ext cx="8337973" cy="2915920"/>
          </a:xfrm>
        </p:spPr>
        <p:txBody>
          <a:bodyPr/>
          <a:lstStyle/>
          <a:p>
            <a:pPr algn="l"/>
            <a:r>
              <a:rPr lang="en-US" dirty="0"/>
              <a:t>Code Snippet:</a:t>
            </a:r>
            <a:endParaRPr lang="en-IN" dirty="0"/>
          </a:p>
        </p:txBody>
      </p:sp>
      <p:pic>
        <p:nvPicPr>
          <p:cNvPr id="5" name="Picture 4" descr="A black and blue screen&#10;&#10;AI-generated content may be incorrect.">
            <a:extLst>
              <a:ext uri="{FF2B5EF4-FFF2-40B4-BE49-F238E27FC236}">
                <a16:creationId xmlns:a16="http://schemas.microsoft.com/office/drawing/2014/main" id="{CDA4AE4B-9BE3-67EF-258F-402A3B554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841" y="2859218"/>
            <a:ext cx="8453118" cy="207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0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6149-133C-5847-0250-7B655DD4A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615" y="336768"/>
            <a:ext cx="7656388" cy="1096899"/>
          </a:xfrm>
        </p:spPr>
        <p:txBody>
          <a:bodyPr/>
          <a:lstStyle/>
          <a:p>
            <a:pPr algn="ctr"/>
            <a:br>
              <a:rPr lang="en-US" b="1" dirty="0"/>
            </a:br>
            <a:r>
              <a:rPr lang="en-US" b="1" dirty="0"/>
              <a:t>Model Evaluation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31180-5E85-9EEE-0B79-B05366780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998" y="1634462"/>
            <a:ext cx="1564208" cy="388890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/>
              <a:t>Code Snippet:</a:t>
            </a:r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875C0A-10A8-97E0-2297-64D099C7F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0" y="2023352"/>
            <a:ext cx="8693874" cy="425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81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A2B6-DA94-37B3-A0BA-09CF1F5AC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104" y="262647"/>
            <a:ext cx="7766936" cy="929316"/>
          </a:xfrm>
        </p:spPr>
        <p:txBody>
          <a:bodyPr/>
          <a:lstStyle/>
          <a:p>
            <a:pPr algn="ctr"/>
            <a:r>
              <a:rPr lang="en-IN" b="1" dirty="0"/>
              <a:t>Prediction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A1D91-33DC-B067-E06F-D178D4A2D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7276" y="1608126"/>
            <a:ext cx="1610684" cy="405500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/>
              <a:t>Code Snippet:</a:t>
            </a:r>
            <a:endParaRPr lang="en-IN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D1D689C-6269-385A-AFD2-D58D2A5D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68" y="2125493"/>
            <a:ext cx="7959172" cy="260701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B7ED6-E9F5-CB1A-7203-F6284969B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202218"/>
              </p:ext>
            </p:extLst>
          </p:nvPr>
        </p:nvGraphicFramePr>
        <p:xfrm>
          <a:off x="1086040" y="5249874"/>
          <a:ext cx="8128000" cy="111252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666955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262198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7045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38156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RD_Spend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Administration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Marketing_Send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Profit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72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21892.92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81810.77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164270.7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71236.89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95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23940.93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96489.63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137001.1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71040.76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889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40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6B03-2829-E6E6-26DC-6F17ABA25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594" y="0"/>
            <a:ext cx="8473511" cy="1171447"/>
          </a:xfrm>
        </p:spPr>
        <p:txBody>
          <a:bodyPr/>
          <a:lstStyle/>
          <a:p>
            <a:pPr algn="ctr"/>
            <a:r>
              <a:rPr lang="en-IN" b="1" dirty="0"/>
              <a:t>Dashboard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FA6F0-95B9-E6E9-0B71-7814B24EC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5161" y="1692615"/>
            <a:ext cx="3047639" cy="634026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Visualizations include:</a:t>
            </a:r>
          </a:p>
          <a:p>
            <a:pPr algn="l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F2854-4D90-2A1E-C7E4-F185A183BFC1}"/>
              </a:ext>
            </a:extLst>
          </p:cNvPr>
          <p:cNvSpPr txBox="1"/>
          <p:nvPr/>
        </p:nvSpPr>
        <p:spPr>
          <a:xfrm>
            <a:off x="3098980" y="2551837"/>
            <a:ext cx="3931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R&amp;D Spend vs Profit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Marketing Spend vs Profit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Administration vs Profit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by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KPI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79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DC0DBE-297D-4DE1-1102-3ACF9F102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51" t="18901" r="17253" b="12820"/>
          <a:stretch>
            <a:fillRect/>
          </a:stretch>
        </p:blipFill>
        <p:spPr>
          <a:xfrm>
            <a:off x="657581" y="1094151"/>
            <a:ext cx="8877663" cy="4283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B8FF0E-149A-D2E7-F14A-44FE2D929250}"/>
              </a:ext>
            </a:extLst>
          </p:cNvPr>
          <p:cNvSpPr txBox="1"/>
          <p:nvPr/>
        </p:nvSpPr>
        <p:spPr>
          <a:xfrm>
            <a:off x="3617407" y="170821"/>
            <a:ext cx="35686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Dashboard</a:t>
            </a:r>
            <a:endParaRPr lang="en-IN" sz="5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EB390-3B31-D172-056B-C5B071959F0B}"/>
              </a:ext>
            </a:extLst>
          </p:cNvPr>
          <p:cNvSpPr txBox="1"/>
          <p:nvPr/>
        </p:nvSpPr>
        <p:spPr>
          <a:xfrm>
            <a:off x="2285999" y="5476672"/>
            <a:ext cx="50882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R&amp;D spend has strong correlation with profit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Marketing has moderate impact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Administration has lower impact</a:t>
            </a:r>
          </a:p>
        </p:txBody>
      </p:sp>
    </p:spTree>
    <p:extLst>
      <p:ext uri="{BB962C8B-B14F-4D97-AF65-F5344CB8AC3E}">
        <p14:creationId xmlns:p14="http://schemas.microsoft.com/office/powerpoint/2010/main" val="3524732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A86E-0679-C95D-547F-969A69A57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01008"/>
            <a:ext cx="7766936" cy="1096900"/>
          </a:xfrm>
        </p:spPr>
        <p:txBody>
          <a:bodyPr/>
          <a:lstStyle/>
          <a:p>
            <a:pPr algn="ctr"/>
            <a:r>
              <a:rPr lang="en-IN" b="1" dirty="0"/>
              <a:t>Key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D6DA15-01EF-1A06-39B5-69A30CDBD9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97285" y="2036162"/>
            <a:ext cx="733465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R&amp;D spend has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strongest impact on profit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spend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influence on profit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Administration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impact on profit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/>
              <a:t>Startups investing more in R&amp;D tend to achieve higher profits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10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AA41-C8E5-BA59-734F-F7704D5CA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11" y="294631"/>
            <a:ext cx="8505518" cy="924127"/>
          </a:xfrm>
        </p:spPr>
        <p:txBody>
          <a:bodyPr/>
          <a:lstStyle/>
          <a:p>
            <a:pPr algn="ctr"/>
            <a:r>
              <a:rPr lang="en-IN" dirty="0"/>
              <a:t>Business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9552C-E379-24BD-C73E-D794949B0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762" y="1832926"/>
            <a:ext cx="7363838" cy="511439"/>
          </a:xfrm>
        </p:spPr>
        <p:txBody>
          <a:bodyPr/>
          <a:lstStyle/>
          <a:p>
            <a:pPr algn="l"/>
            <a:r>
              <a:rPr lang="en-US" dirty="0"/>
              <a:t>Based on the analysis, the following recommendations are suggested: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0990E-FFBB-97E8-4CDA-644DB93ECD66}"/>
              </a:ext>
            </a:extLst>
          </p:cNvPr>
          <p:cNvSpPr txBox="1"/>
          <p:nvPr/>
        </p:nvSpPr>
        <p:spPr>
          <a:xfrm>
            <a:off x="1478604" y="2648574"/>
            <a:ext cx="8101898" cy="1703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 investment in </a:t>
            </a:r>
            <a:r>
              <a:rPr lang="en-US" b="1" dirty="0"/>
              <a:t>Research &amp; Development</a:t>
            </a:r>
            <a:r>
              <a:rPr lang="en-US" dirty="0"/>
              <a:t> to improve profitability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Improve marketing investment decisions to </a:t>
            </a:r>
            <a:r>
              <a:rPr lang="en-US" b="1" dirty="0"/>
              <a:t>maximize profit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Reduce unnecessary </a:t>
            </a:r>
            <a:r>
              <a:rPr lang="en-IN" b="1" dirty="0"/>
              <a:t>administration expenses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Focus investments on activities that generate higher revenue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52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E9C48B-FD8D-43C1-6337-22A0FDE6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331894"/>
            <a:ext cx="7766936" cy="968586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AA37440-0B3A-4F0E-9374-226BA6877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7870" y="3108207"/>
            <a:ext cx="6999594" cy="128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Arial" panose="020B0604020202020204" pitchFamily="34" charset="0"/>
              </a:rPr>
              <a:t>R&amp;D investment significantly impacts profitability.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Linear regression can effectively predict startup profit.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Power BI dashboards help visualize important business insights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3F78F-79F5-CBE0-0DD5-C1CF75670CA2}"/>
              </a:ext>
            </a:extLst>
          </p:cNvPr>
          <p:cNvSpPr txBox="1"/>
          <p:nvPr/>
        </p:nvSpPr>
        <p:spPr>
          <a:xfrm>
            <a:off x="1383488" y="1527921"/>
            <a:ext cx="838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demonstrates how </a:t>
            </a:r>
            <a:r>
              <a:rPr lang="en-US" b="1" dirty="0"/>
              <a:t>machine learning and data analysis</a:t>
            </a:r>
            <a:r>
              <a:rPr lang="en-US" dirty="0"/>
              <a:t> can help predict startup profitability.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3B685-33E1-200B-1911-6BE08EDE729A}"/>
              </a:ext>
            </a:extLst>
          </p:cNvPr>
          <p:cNvSpPr txBox="1"/>
          <p:nvPr/>
        </p:nvSpPr>
        <p:spPr>
          <a:xfrm>
            <a:off x="1838528" y="2568611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Key findings: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31CA0-3471-FB1C-CB48-9FAA2A0ECE60}"/>
              </a:ext>
            </a:extLst>
          </p:cNvPr>
          <p:cNvSpPr txBox="1"/>
          <p:nvPr/>
        </p:nvSpPr>
        <p:spPr>
          <a:xfrm>
            <a:off x="1383489" y="5330079"/>
            <a:ext cx="7702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Data-driven decisions can help startups </a:t>
            </a:r>
            <a:r>
              <a:rPr lang="en-US" b="1" dirty="0"/>
              <a:t>optimize spending and maximize profit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232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BF35CA-8AA0-428F-ABED-5B77A6C39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A4A156A-791B-4BD9-8452-A798A15D2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7652CB1-59D3-4DAB-AD45-8DFB73895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83539C1B-883E-4130-95FA-2A6FD3E49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244CEE5F-144C-437F-9472-22EE3E3D1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0621BB31-AA71-4E9B-8854-3C62F162F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5336141D-E3C6-4E7B-8923-B31C3E16F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F113BE6F-9D13-4E70-B7AB-C8CC2546A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FBEB82C3-C636-4A90-B9A5-905EC38E0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46B4C4A-5A81-43CF-93ED-5FA59D5BE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C3715C1A-EBA1-41A6-AC20-D6A7C4871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D01C0E-BAB8-F145-F52A-C794765BB8E1}"/>
              </a:ext>
            </a:extLst>
          </p:cNvPr>
          <p:cNvSpPr txBox="1"/>
          <p:nvPr/>
        </p:nvSpPr>
        <p:spPr>
          <a:xfrm>
            <a:off x="5068172" y="2695778"/>
            <a:ext cx="4299666" cy="13378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03D271DD-C9EA-4985-BA0C-037A88FA3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18C1B319-210F-ED4F-E8F5-D7081A9C0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726</TotalTime>
  <Words>394</Words>
  <Application>Microsoft Office PowerPoint</Application>
  <PresentationFormat>Widescreen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Trebuchet MS</vt:lpstr>
      <vt:lpstr>Wingdings</vt:lpstr>
      <vt:lpstr>Wingdings 3</vt:lpstr>
      <vt:lpstr>Facet</vt:lpstr>
      <vt:lpstr>Startup Profit Prediction and Analysis</vt:lpstr>
      <vt:lpstr>Introduction</vt:lpstr>
      <vt:lpstr>Problem Statement</vt:lpstr>
      <vt:lpstr>Objective </vt:lpstr>
      <vt:lpstr>Dataset Description</vt:lpstr>
      <vt:lpstr>Tools </vt:lpstr>
      <vt:lpstr>Data Preprocessing</vt:lpstr>
      <vt:lpstr>PowerPoint Presentation</vt:lpstr>
      <vt:lpstr>PowerPoint Presentation</vt:lpstr>
      <vt:lpstr>Model Building</vt:lpstr>
      <vt:lpstr>Model Prediction</vt:lpstr>
      <vt:lpstr> Model Evaluation</vt:lpstr>
      <vt:lpstr>Prediction Example</vt:lpstr>
      <vt:lpstr>Dashboard Visualization</vt:lpstr>
      <vt:lpstr>PowerPoint Presentation</vt:lpstr>
      <vt:lpstr>Key Insights</vt:lpstr>
      <vt:lpstr>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PRABHAKAR</dc:creator>
  <cp:lastModifiedBy>MANOJ PRABHAKAR</cp:lastModifiedBy>
  <cp:revision>1</cp:revision>
  <dcterms:created xsi:type="dcterms:W3CDTF">2026-03-07T16:56:02Z</dcterms:created>
  <dcterms:modified xsi:type="dcterms:W3CDTF">2026-03-09T05:21:03Z</dcterms:modified>
</cp:coreProperties>
</file>